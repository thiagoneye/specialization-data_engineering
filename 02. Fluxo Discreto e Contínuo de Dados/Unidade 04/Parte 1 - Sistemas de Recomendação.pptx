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7.xml"/>
  <Override ContentType="application/vnd.openxmlformats-officedocument.presentationml.slideMaster+xml" PartName="/ppt/slideMasters/slideMaster6.xml"/>
  <Override ContentType="application/vnd.openxmlformats-officedocument.presentationml.slideMaster+xml" PartName="/ppt/slideMasters/slideMaster5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7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theme+xml" PartName="/ppt/theme/theme8.xml"/>
  <Override ContentType="application/vnd.openxmlformats-officedocument.theme+xml" PartName="/ppt/theme/theme9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strictFirstAndLastChars="0" saveSubsetFonts="1">
  <p:sldMasterIdLst>
    <p:sldMasterId id="2147483656" r:id="rId5"/>
    <p:sldMasterId id="2147483657" r:id="rId6"/>
    <p:sldMasterId id="2147483658" r:id="rId7"/>
    <p:sldMasterId id="2147483659" r:id="rId8"/>
    <p:sldMasterId id="2147483660" r:id="rId9"/>
    <p:sldMasterId id="2147483661" r:id="rId10"/>
    <p:sldMasterId id="2147483662" r:id="rId11"/>
    <p:sldMasterId id="2147483663" r:id="rId12"/>
  </p:sldMasterIdLst>
  <p:notesMasterIdLst>
    <p:notesMasterId r:id="rId13"/>
  </p:notes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  <p:sldId id="268" r:id="rId26"/>
    <p:sldId id="269" r:id="rId27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500">
          <p15:clr>
            <a:srgbClr val="000000"/>
          </p15:clr>
        </p15:guide>
        <p15:guide id="2" orient="horz" pos="3825">
          <p15:clr>
            <a:srgbClr val="000000"/>
          </p15:clr>
        </p15:guide>
        <p15:guide id="3" pos="7262">
          <p15:clr>
            <a:srgbClr val="000000"/>
          </p15:clr>
        </p15:guide>
        <p15:guide id="4" pos="425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tableStyles.xml><?xml version="1.0" encoding="utf-8"?>
<a:tblStyleLst xmlns:a="http://schemas.openxmlformats.org/drawingml/2006/main" xmlns:r="http://schemas.openxmlformats.org/officeDocument/2006/relationships" def="{671F00FB-270E-42B1-8E75-7C9B2340D8DB}">
  <a:tblStyle styleId="{671F00FB-270E-42B1-8E75-7C9B2340D8DB}" styleName="Table_0">
    <a:wholeTbl>
      <a:tcTxStyle b="off" i="off">
        <a:font>
          <a:latin typeface="Century Gothic"/>
          <a:ea typeface="Century Gothic"/>
          <a:cs typeface="Century Gothic"/>
        </a:font>
        <a:srgbClr val="000000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0E7E6"/>
          </a:solidFill>
        </a:fill>
      </a:tcStyle>
    </a:wholeTbl>
    <a:band1H>
      <a:tcTxStyle/>
      <a:tcStyle>
        <a:fill>
          <a:solidFill>
            <a:srgbClr val="E0CCCA"/>
          </a:solidFill>
        </a:fill>
      </a:tcStyle>
    </a:band1H>
    <a:band2H>
      <a:tcTxStyle/>
    </a:band2H>
    <a:band1V>
      <a:tcTxStyle/>
      <a:tcStyle>
        <a:fill>
          <a:solidFill>
            <a:srgbClr val="E0CCCA"/>
          </a:solidFill>
        </a:fill>
      </a:tcStyle>
    </a:band1V>
    <a:band2V>
      <a:tcTxStyle/>
    </a:band2V>
    <a:lastCol>
      <a:tcTxStyle b="on" i="off">
        <a:font>
          <a:latin typeface="Century Gothic"/>
          <a:ea typeface="Century Gothic"/>
          <a:cs typeface="Century Gothic"/>
        </a:font>
        <a:srgbClr val="FFFFFF"/>
      </a:tcTxStyle>
      <a:tcStyle>
        <a:fill>
          <a:solidFill>
            <a:srgbClr val="A53010"/>
          </a:solidFill>
        </a:fill>
      </a:tcStyle>
    </a:lastCol>
    <a:firstCol>
      <a:tcTxStyle b="on" i="off">
        <a:font>
          <a:latin typeface="Century Gothic"/>
          <a:ea typeface="Century Gothic"/>
          <a:cs typeface="Century Gothic"/>
        </a:font>
        <a:srgbClr val="FFFFFF"/>
      </a:tcTxStyle>
      <a:tcStyle>
        <a:fill>
          <a:solidFill>
            <a:srgbClr val="A53010"/>
          </a:solidFill>
        </a:fill>
      </a:tcStyle>
    </a:firstCol>
    <a:lastRow>
      <a:tcTxStyle b="on" i="off">
        <a:font>
          <a:latin typeface="Century Gothic"/>
          <a:ea typeface="Century Gothic"/>
          <a:cs typeface="Century Gothic"/>
        </a:font>
        <a:srgbClr val="FFFFFF"/>
      </a:tcTxStyle>
      <a:tcStyle>
        <a:tcBdr>
          <a:top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A53010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entury Gothic"/>
          <a:ea typeface="Century Gothic"/>
          <a:cs typeface="Century Gothic"/>
        </a:font>
        <a:srgbClr val="FFFFFF"/>
      </a:tcTxStyle>
      <a:tcStyle>
        <a:tcBdr>
          <a:bottom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A53010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00" orient="horz"/>
        <p:guide pos="3825" orient="horz"/>
        <p:guide pos="7262"/>
        <p:guide pos="425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7.xml"/><Relationship Id="rId22" Type="http://schemas.openxmlformats.org/officeDocument/2006/relationships/slide" Target="slides/slide9.xml"/><Relationship Id="rId21" Type="http://schemas.openxmlformats.org/officeDocument/2006/relationships/slide" Target="slides/slide8.xml"/><Relationship Id="rId24" Type="http://schemas.openxmlformats.org/officeDocument/2006/relationships/slide" Target="slides/slide11.xml"/><Relationship Id="rId23" Type="http://schemas.openxmlformats.org/officeDocument/2006/relationships/slide" Target="slides/slide10.xml"/><Relationship Id="rId1" Type="http://schemas.openxmlformats.org/officeDocument/2006/relationships/theme" Target="theme/theme6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Master" Target="slideMasters/slideMaster5.xml"/><Relationship Id="rId26" Type="http://schemas.openxmlformats.org/officeDocument/2006/relationships/slide" Target="slides/slide13.xml"/><Relationship Id="rId25" Type="http://schemas.openxmlformats.org/officeDocument/2006/relationships/slide" Target="slides/slide12.xml"/><Relationship Id="rId27" Type="http://schemas.openxmlformats.org/officeDocument/2006/relationships/slide" Target="slides/slide14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slideMaster" Target="slideMasters/slideMaster4.xml"/><Relationship Id="rId11" Type="http://schemas.openxmlformats.org/officeDocument/2006/relationships/slideMaster" Target="slideMasters/slideMaster7.xml"/><Relationship Id="rId10" Type="http://schemas.openxmlformats.org/officeDocument/2006/relationships/slideMaster" Target="slideMasters/slideMaster6.xml"/><Relationship Id="rId13" Type="http://schemas.openxmlformats.org/officeDocument/2006/relationships/notesMaster" Target="notesMasters/notesMaster1.xml"/><Relationship Id="rId12" Type="http://schemas.openxmlformats.org/officeDocument/2006/relationships/slideMaster" Target="slideMasters/slideMaster8.xml"/><Relationship Id="rId15" Type="http://schemas.openxmlformats.org/officeDocument/2006/relationships/slide" Target="slides/slide2.xml"/><Relationship Id="rId14" Type="http://schemas.openxmlformats.org/officeDocument/2006/relationships/slide" Target="slides/slide1.xml"/><Relationship Id="rId17" Type="http://schemas.openxmlformats.org/officeDocument/2006/relationships/slide" Target="slides/slide4.xml"/><Relationship Id="rId16" Type="http://schemas.openxmlformats.org/officeDocument/2006/relationships/slide" Target="slides/slide3.xml"/><Relationship Id="rId19" Type="http://schemas.openxmlformats.org/officeDocument/2006/relationships/slide" Target="slides/slide6.xml"/><Relationship Id="rId18" Type="http://schemas.openxmlformats.org/officeDocument/2006/relationships/slide" Target="slides/slide5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4ec7589ff4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g4ec7589ff4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4ec7589ff4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g4ec7589ff4_0_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4ec7589ff4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g4ec7589ff4_0_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4ec7589ff4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g4ec7589ff4_0_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4ec7589ff4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g4ec7589ff4_0_5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4ec7589ff4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g4ec7589ff4_0_6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A" type="title">
  <p:cSld name="TITLE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"/>
          <p:cNvSpPr txBox="1"/>
          <p:nvPr>
            <p:ph type="ctrTitle"/>
          </p:nvPr>
        </p:nvSpPr>
        <p:spPr>
          <a:xfrm>
            <a:off x="576938" y="2362200"/>
            <a:ext cx="6141720" cy="11582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  <a:defRPr b="1" i="0" sz="5000" u="none" cap="none" strike="noStrike">
                <a:solidFill>
                  <a:srgbClr val="00353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5" name="Google Shape;25;p2"/>
          <p:cNvSpPr txBox="1"/>
          <p:nvPr>
            <p:ph idx="1" type="subTitle"/>
          </p:nvPr>
        </p:nvSpPr>
        <p:spPr>
          <a:xfrm>
            <a:off x="561698" y="3429000"/>
            <a:ext cx="615696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A1B2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A1B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DCECCB84-F9BA-43D5-87BE-67443E8EF086}">
      <p15:sldGuideLst>
        <p15:guide id="1" pos="46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PARAÇÃO DE CAPÍTULOS">
  <p:cSld name="SEPARAÇÃO DE CAPÍTULOS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"/>
          <p:cNvSpPr txBox="1"/>
          <p:nvPr>
            <p:ph type="ctrTitle"/>
          </p:nvPr>
        </p:nvSpPr>
        <p:spPr>
          <a:xfrm>
            <a:off x="576940" y="2232725"/>
            <a:ext cx="590931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  <a:defRPr b="1" i="0" sz="5000" u="none" cap="none" strike="noStrike">
                <a:solidFill>
                  <a:srgbClr val="00353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LIDE TÓPICOS" type="title">
  <p:cSld name="TITLE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6"/>
          <p:cNvSpPr txBox="1"/>
          <p:nvPr>
            <p:ph type="ctrTitle"/>
          </p:nvPr>
        </p:nvSpPr>
        <p:spPr>
          <a:xfrm>
            <a:off x="568230" y="0"/>
            <a:ext cx="10012684" cy="1197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  <a:defRPr b="1" i="0" sz="5000" u="none" cap="none" strike="noStrike">
                <a:solidFill>
                  <a:srgbClr val="00353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5" name="Google Shape;65;p6"/>
          <p:cNvSpPr txBox="1"/>
          <p:nvPr>
            <p:ph idx="1" type="subTitle"/>
          </p:nvPr>
        </p:nvSpPr>
        <p:spPr>
          <a:xfrm>
            <a:off x="522510" y="1524000"/>
            <a:ext cx="91440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A1B2"/>
              </a:buClr>
              <a:buSzPts val="3400"/>
              <a:buFont typeface="Noto Sans Symbols"/>
              <a:buChar char="▪"/>
              <a:defRPr b="0" i="0" sz="34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exto corrido 2" type="title">
  <p:cSld name="TITLE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8"/>
          <p:cNvSpPr txBox="1"/>
          <p:nvPr>
            <p:ph type="ctrTitle"/>
          </p:nvPr>
        </p:nvSpPr>
        <p:spPr>
          <a:xfrm>
            <a:off x="568230" y="0"/>
            <a:ext cx="10012684" cy="1197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  <a:defRPr b="1" i="0" sz="5000" u="none" cap="none" strike="noStrike">
                <a:solidFill>
                  <a:srgbClr val="00353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5" name="Google Shape;85;p8"/>
          <p:cNvSpPr txBox="1"/>
          <p:nvPr>
            <p:ph idx="1" type="subTitle"/>
          </p:nvPr>
        </p:nvSpPr>
        <p:spPr>
          <a:xfrm>
            <a:off x="576940" y="1524000"/>
            <a:ext cx="91440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A1B2"/>
              </a:buClr>
              <a:buSzPts val="3400"/>
              <a:buFont typeface="Noto Sans Symbols"/>
              <a:buNone/>
              <a:defRPr b="0" i="0" sz="34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LIDE TEXTO CORRIDO" type="title">
  <p:cSld name="TITLE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0"/>
          <p:cNvSpPr txBox="1"/>
          <p:nvPr>
            <p:ph type="ctrTitle"/>
          </p:nvPr>
        </p:nvSpPr>
        <p:spPr>
          <a:xfrm>
            <a:off x="568229" y="1"/>
            <a:ext cx="10284828" cy="12083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  <a:defRPr b="1" i="0" sz="5000" u="none" cap="none" strike="noStrike">
                <a:solidFill>
                  <a:srgbClr val="00353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6" name="Google Shape;106;p10"/>
          <p:cNvSpPr txBox="1"/>
          <p:nvPr>
            <p:ph idx="1" type="subTitle"/>
          </p:nvPr>
        </p:nvSpPr>
        <p:spPr>
          <a:xfrm>
            <a:off x="576939" y="1447799"/>
            <a:ext cx="9448803" cy="45284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E9B"/>
              </a:buClr>
              <a:buSzPts val="3500"/>
              <a:buFont typeface="Noto Sans Symbols"/>
              <a:buNone/>
              <a:defRPr b="0" i="0" sz="35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LIDE PARA PERGUNTAS">
  <p:cSld name="SLIDE PARA PERGUNTAS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2"/>
          <p:cNvSpPr txBox="1"/>
          <p:nvPr>
            <p:ph type="ctrTitle"/>
          </p:nvPr>
        </p:nvSpPr>
        <p:spPr>
          <a:xfrm>
            <a:off x="544286" y="2235200"/>
            <a:ext cx="6008914" cy="23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4500"/>
              <a:buFont typeface="Calibri"/>
              <a:buNone/>
              <a:defRPr b="1" i="0" sz="4500" u="none" cap="none" strike="noStrike">
                <a:solidFill>
                  <a:srgbClr val="00353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DCECCB84-F9BA-43D5-87BE-67443E8EF086}">
      <p15:sldGuideLst>
        <p15:guide id="1" orient="horz" pos="3657">
          <p15:clr>
            <a:srgbClr val="FBAE40"/>
          </p15:clr>
        </p15:guide>
        <p15:guide id="2" pos="483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LIDE CITAÇÃO" type="title">
  <p:cSld name="TITLE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4"/>
          <p:cNvSpPr txBox="1"/>
          <p:nvPr>
            <p:ph type="ctrTitle"/>
          </p:nvPr>
        </p:nvSpPr>
        <p:spPr>
          <a:xfrm>
            <a:off x="572583" y="1861471"/>
            <a:ext cx="5926187" cy="21085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3200"/>
              <a:buFont typeface="Calibri"/>
              <a:buNone/>
              <a:defRPr b="0" i="0" sz="3200" u="none" cap="none" strike="noStrike">
                <a:solidFill>
                  <a:srgbClr val="00353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44" name="Google Shape;144;p14"/>
          <p:cNvSpPr txBox="1"/>
          <p:nvPr>
            <p:ph idx="1" type="subTitle"/>
          </p:nvPr>
        </p:nvSpPr>
        <p:spPr>
          <a:xfrm>
            <a:off x="561698" y="4231651"/>
            <a:ext cx="5882642" cy="736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A ENCERRAMENTO">
  <p:cSld name="CAPA ENCERRAMENTO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image" Target="../media/image11.png"/><Relationship Id="rId10" Type="http://schemas.openxmlformats.org/officeDocument/2006/relationships/image" Target="../media/image5.png"/><Relationship Id="rId13" Type="http://schemas.openxmlformats.org/officeDocument/2006/relationships/image" Target="../media/image14.png"/><Relationship Id="rId12" Type="http://schemas.openxmlformats.org/officeDocument/2006/relationships/image" Target="../media/image2.png"/><Relationship Id="rId1" Type="http://schemas.openxmlformats.org/officeDocument/2006/relationships/image" Target="../media/image7.png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0.png"/><Relationship Id="rId9" Type="http://schemas.openxmlformats.org/officeDocument/2006/relationships/image" Target="../media/image4.png"/><Relationship Id="rId15" Type="http://schemas.openxmlformats.org/officeDocument/2006/relationships/theme" Target="../theme/theme6.xml"/><Relationship Id="rId14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6" Type="http://schemas.openxmlformats.org/officeDocument/2006/relationships/image" Target="../media/image3.png"/><Relationship Id="rId7" Type="http://schemas.openxmlformats.org/officeDocument/2006/relationships/image" Target="../media/image1.png"/><Relationship Id="rId8" Type="http://schemas.openxmlformats.org/officeDocument/2006/relationships/image" Target="../media/image6.png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image" Target="../media/image5.png"/><Relationship Id="rId10" Type="http://schemas.openxmlformats.org/officeDocument/2006/relationships/image" Target="../media/image4.png"/><Relationship Id="rId13" Type="http://schemas.openxmlformats.org/officeDocument/2006/relationships/image" Target="../media/image30.png"/><Relationship Id="rId12" Type="http://schemas.openxmlformats.org/officeDocument/2006/relationships/image" Target="../media/image11.png"/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26.png"/><Relationship Id="rId15" Type="http://schemas.openxmlformats.org/officeDocument/2006/relationships/slideLayout" Target="../slideLayouts/slideLayout2.xml"/><Relationship Id="rId14" Type="http://schemas.openxmlformats.org/officeDocument/2006/relationships/image" Target="../media/image2.png"/><Relationship Id="rId16" Type="http://schemas.openxmlformats.org/officeDocument/2006/relationships/theme" Target="../theme/theme9.xml"/><Relationship Id="rId5" Type="http://schemas.openxmlformats.org/officeDocument/2006/relationships/image" Target="../media/image18.png"/><Relationship Id="rId6" Type="http://schemas.openxmlformats.org/officeDocument/2006/relationships/image" Target="../media/image17.png"/><Relationship Id="rId7" Type="http://schemas.openxmlformats.org/officeDocument/2006/relationships/image" Target="../media/image27.png"/><Relationship Id="rId8" Type="http://schemas.openxmlformats.org/officeDocument/2006/relationships/image" Target="../media/image15.png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image" Target="../media/image31.png"/><Relationship Id="rId10" Type="http://schemas.openxmlformats.org/officeDocument/2006/relationships/image" Target="../media/image32.png"/><Relationship Id="rId13" Type="http://schemas.openxmlformats.org/officeDocument/2006/relationships/image" Target="../media/image29.png"/><Relationship Id="rId12" Type="http://schemas.openxmlformats.org/officeDocument/2006/relationships/image" Target="../media/image22.png"/><Relationship Id="rId1" Type="http://schemas.openxmlformats.org/officeDocument/2006/relationships/image" Target="../media/image19.png"/><Relationship Id="rId2" Type="http://schemas.openxmlformats.org/officeDocument/2006/relationships/image" Target="../media/image24.png"/><Relationship Id="rId3" Type="http://schemas.openxmlformats.org/officeDocument/2006/relationships/image" Target="../media/image16.png"/><Relationship Id="rId4" Type="http://schemas.openxmlformats.org/officeDocument/2006/relationships/image" Target="../media/image25.png"/><Relationship Id="rId9" Type="http://schemas.openxmlformats.org/officeDocument/2006/relationships/image" Target="../media/image23.png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3.xml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8.png"/><Relationship Id="rId8" Type="http://schemas.openxmlformats.org/officeDocument/2006/relationships/image" Target="../media/image48.png"/></Relationships>
</file>

<file path=ppt/slideMasters/_rels/slideMaster4.xml.rels><?xml version="1.0" encoding="UTF-8" standalone="yes"?><Relationships xmlns="http://schemas.openxmlformats.org/package/2006/relationships"><Relationship Id="rId11" Type="http://schemas.openxmlformats.org/officeDocument/2006/relationships/image" Target="../media/image31.png"/><Relationship Id="rId10" Type="http://schemas.openxmlformats.org/officeDocument/2006/relationships/image" Target="../media/image32.png"/><Relationship Id="rId13" Type="http://schemas.openxmlformats.org/officeDocument/2006/relationships/image" Target="../media/image29.png"/><Relationship Id="rId12" Type="http://schemas.openxmlformats.org/officeDocument/2006/relationships/image" Target="../media/image22.png"/><Relationship Id="rId1" Type="http://schemas.openxmlformats.org/officeDocument/2006/relationships/image" Target="../media/image19.png"/><Relationship Id="rId2" Type="http://schemas.openxmlformats.org/officeDocument/2006/relationships/image" Target="../media/image24.png"/><Relationship Id="rId3" Type="http://schemas.openxmlformats.org/officeDocument/2006/relationships/image" Target="../media/image16.png"/><Relationship Id="rId4" Type="http://schemas.openxmlformats.org/officeDocument/2006/relationships/image" Target="../media/image25.png"/><Relationship Id="rId9" Type="http://schemas.openxmlformats.org/officeDocument/2006/relationships/image" Target="../media/image23.png"/><Relationship Id="rId15" Type="http://schemas.openxmlformats.org/officeDocument/2006/relationships/theme" Target="../theme/theme3.xml"/><Relationship Id="rId14" Type="http://schemas.openxmlformats.org/officeDocument/2006/relationships/slideLayout" Target="../slideLayouts/slideLayout4.xml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8.png"/><Relationship Id="rId8" Type="http://schemas.openxmlformats.org/officeDocument/2006/relationships/image" Target="../media/image48.png"/></Relationships>
</file>

<file path=ppt/slideMasters/_rels/slideMaster5.xml.rels><?xml version="1.0" encoding="UTF-8" standalone="yes"?><Relationships xmlns="http://schemas.openxmlformats.org/package/2006/relationships"><Relationship Id="rId11" Type="http://schemas.openxmlformats.org/officeDocument/2006/relationships/image" Target="../media/image34.png"/><Relationship Id="rId10" Type="http://schemas.openxmlformats.org/officeDocument/2006/relationships/image" Target="../media/image35.png"/><Relationship Id="rId13" Type="http://schemas.openxmlformats.org/officeDocument/2006/relationships/image" Target="../media/image31.png"/><Relationship Id="rId12" Type="http://schemas.openxmlformats.org/officeDocument/2006/relationships/image" Target="../media/image22.png"/><Relationship Id="rId1" Type="http://schemas.openxmlformats.org/officeDocument/2006/relationships/image" Target="../media/image38.png"/><Relationship Id="rId2" Type="http://schemas.openxmlformats.org/officeDocument/2006/relationships/image" Target="../media/image36.png"/><Relationship Id="rId3" Type="http://schemas.openxmlformats.org/officeDocument/2006/relationships/image" Target="../media/image33.png"/><Relationship Id="rId4" Type="http://schemas.openxmlformats.org/officeDocument/2006/relationships/image" Target="../media/image45.png"/><Relationship Id="rId9" Type="http://schemas.openxmlformats.org/officeDocument/2006/relationships/image" Target="../media/image39.png"/><Relationship Id="rId15" Type="http://schemas.openxmlformats.org/officeDocument/2006/relationships/image" Target="../media/image44.png"/><Relationship Id="rId14" Type="http://schemas.openxmlformats.org/officeDocument/2006/relationships/image" Target="../media/image43.png"/><Relationship Id="rId17" Type="http://schemas.openxmlformats.org/officeDocument/2006/relationships/theme" Target="../theme/theme7.xml"/><Relationship Id="rId16" Type="http://schemas.openxmlformats.org/officeDocument/2006/relationships/slideLayout" Target="../slideLayouts/slideLayout5.xml"/><Relationship Id="rId5" Type="http://schemas.openxmlformats.org/officeDocument/2006/relationships/image" Target="../media/image37.png"/><Relationship Id="rId6" Type="http://schemas.openxmlformats.org/officeDocument/2006/relationships/image" Target="../media/image41.png"/><Relationship Id="rId7" Type="http://schemas.openxmlformats.org/officeDocument/2006/relationships/image" Target="../media/image47.png"/><Relationship Id="rId8" Type="http://schemas.openxmlformats.org/officeDocument/2006/relationships/image" Target="../media/image40.png"/></Relationships>
</file>

<file path=ppt/slideMasters/_rels/slideMaster6.xml.rels><?xml version="1.0" encoding="UTF-8" standalone="yes"?><Relationships xmlns="http://schemas.openxmlformats.org/package/2006/relationships"><Relationship Id="rId11" Type="http://schemas.openxmlformats.org/officeDocument/2006/relationships/image" Target="../media/image52.png"/><Relationship Id="rId10" Type="http://schemas.openxmlformats.org/officeDocument/2006/relationships/image" Target="../media/image2.png"/><Relationship Id="rId13" Type="http://schemas.openxmlformats.org/officeDocument/2006/relationships/image" Target="../media/image57.png"/><Relationship Id="rId12" Type="http://schemas.openxmlformats.org/officeDocument/2006/relationships/image" Target="../media/image46.png"/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image" Target="../media/image10.png"/><Relationship Id="rId4" Type="http://schemas.openxmlformats.org/officeDocument/2006/relationships/image" Target="../media/image42.png"/><Relationship Id="rId9" Type="http://schemas.openxmlformats.org/officeDocument/2006/relationships/image" Target="../media/image30.png"/><Relationship Id="rId15" Type="http://schemas.openxmlformats.org/officeDocument/2006/relationships/theme" Target="../theme/theme5.xml"/><Relationship Id="rId14" Type="http://schemas.openxmlformats.org/officeDocument/2006/relationships/slideLayout" Target="../slideLayouts/slideLayout6.xml"/><Relationship Id="rId5" Type="http://schemas.openxmlformats.org/officeDocument/2006/relationships/image" Target="../media/image50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11.png"/></Relationships>
</file>

<file path=ppt/slideMasters/_rels/slideMaster7.xml.rels><?xml version="1.0" encoding="UTF-8" standalone="yes"?><Relationships xmlns="http://schemas.openxmlformats.org/package/2006/relationships"><Relationship Id="rId11" Type="http://schemas.openxmlformats.org/officeDocument/2006/relationships/image" Target="../media/image53.png"/><Relationship Id="rId10" Type="http://schemas.openxmlformats.org/officeDocument/2006/relationships/image" Target="../media/image54.png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56.png"/><Relationship Id="rId1" Type="http://schemas.openxmlformats.org/officeDocument/2006/relationships/image" Target="../media/image12.png"/><Relationship Id="rId2" Type="http://schemas.openxmlformats.org/officeDocument/2006/relationships/image" Target="../media/image10.png"/><Relationship Id="rId3" Type="http://schemas.openxmlformats.org/officeDocument/2006/relationships/image" Target="../media/image49.png"/><Relationship Id="rId4" Type="http://schemas.openxmlformats.org/officeDocument/2006/relationships/image" Target="../media/image66.png"/><Relationship Id="rId9" Type="http://schemas.openxmlformats.org/officeDocument/2006/relationships/image" Target="../media/image2.png"/><Relationship Id="rId14" Type="http://schemas.openxmlformats.org/officeDocument/2006/relationships/theme" Target="../theme/theme4.xml"/><Relationship Id="rId5" Type="http://schemas.openxmlformats.org/officeDocument/2006/relationships/image" Target="../media/image77.png"/><Relationship Id="rId6" Type="http://schemas.openxmlformats.org/officeDocument/2006/relationships/image" Target="../media/image51.png"/><Relationship Id="rId7" Type="http://schemas.openxmlformats.org/officeDocument/2006/relationships/image" Target="../media/image4.png"/><Relationship Id="rId8" Type="http://schemas.openxmlformats.org/officeDocument/2006/relationships/image" Target="../media/image30.png"/></Relationships>
</file>

<file path=ppt/slideMasters/_rels/slideMaster8.xml.rels><?xml version="1.0" encoding="UTF-8" standalone="yes"?><Relationships xmlns="http://schemas.openxmlformats.org/package/2006/relationships"><Relationship Id="rId20" Type="http://schemas.openxmlformats.org/officeDocument/2006/relationships/image" Target="../media/image74.png"/><Relationship Id="rId11" Type="http://schemas.openxmlformats.org/officeDocument/2006/relationships/image" Target="../media/image71.png"/><Relationship Id="rId22" Type="http://schemas.openxmlformats.org/officeDocument/2006/relationships/theme" Target="../theme/theme1.xml"/><Relationship Id="rId10" Type="http://schemas.openxmlformats.org/officeDocument/2006/relationships/image" Target="../media/image68.png"/><Relationship Id="rId21" Type="http://schemas.openxmlformats.org/officeDocument/2006/relationships/slideLayout" Target="../slideLayouts/slideLayout8.xml"/><Relationship Id="rId13" Type="http://schemas.openxmlformats.org/officeDocument/2006/relationships/image" Target="../media/image22.png"/><Relationship Id="rId12" Type="http://schemas.openxmlformats.org/officeDocument/2006/relationships/image" Target="../media/image4.png"/><Relationship Id="rId1" Type="http://schemas.openxmlformats.org/officeDocument/2006/relationships/image" Target="../media/image55.png"/><Relationship Id="rId2" Type="http://schemas.openxmlformats.org/officeDocument/2006/relationships/image" Target="../media/image60.png"/><Relationship Id="rId3" Type="http://schemas.openxmlformats.org/officeDocument/2006/relationships/image" Target="../media/image69.png"/><Relationship Id="rId4" Type="http://schemas.openxmlformats.org/officeDocument/2006/relationships/image" Target="../media/image65.png"/><Relationship Id="rId9" Type="http://schemas.openxmlformats.org/officeDocument/2006/relationships/image" Target="../media/image61.png"/><Relationship Id="rId15" Type="http://schemas.openxmlformats.org/officeDocument/2006/relationships/image" Target="../media/image62.png"/><Relationship Id="rId14" Type="http://schemas.openxmlformats.org/officeDocument/2006/relationships/image" Target="../media/image32.png"/><Relationship Id="rId17" Type="http://schemas.openxmlformats.org/officeDocument/2006/relationships/image" Target="../media/image5.png"/><Relationship Id="rId16" Type="http://schemas.openxmlformats.org/officeDocument/2006/relationships/image" Target="../media/image44.png"/><Relationship Id="rId5" Type="http://schemas.openxmlformats.org/officeDocument/2006/relationships/image" Target="../media/image64.png"/><Relationship Id="rId19" Type="http://schemas.openxmlformats.org/officeDocument/2006/relationships/image" Target="../media/image2.png"/><Relationship Id="rId6" Type="http://schemas.openxmlformats.org/officeDocument/2006/relationships/image" Target="../media/image59.png"/><Relationship Id="rId18" Type="http://schemas.openxmlformats.org/officeDocument/2006/relationships/image" Target="../media/image30.png"/><Relationship Id="rId7" Type="http://schemas.openxmlformats.org/officeDocument/2006/relationships/image" Target="../media/image58.png"/><Relationship Id="rId8" Type="http://schemas.openxmlformats.org/officeDocument/2006/relationships/image" Target="../media/image63.png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7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32450" y="1901825"/>
            <a:ext cx="6559550" cy="305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72300" y="1082675"/>
            <a:ext cx="4724400" cy="472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83500" y="2124075"/>
            <a:ext cx="3308350" cy="30289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" name="Google Shape;11;p1"/>
          <p:cNvGrpSpPr/>
          <p:nvPr/>
        </p:nvGrpSpPr>
        <p:grpSpPr>
          <a:xfrm>
            <a:off x="8166100" y="1577975"/>
            <a:ext cx="2343150" cy="2584450"/>
            <a:chOff x="8166100" y="1047750"/>
            <a:chExt cx="2343150" cy="2584450"/>
          </a:xfrm>
        </p:grpSpPr>
        <p:pic>
          <p:nvPicPr>
            <p:cNvPr id="12" name="Google Shape;12;p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8166100" y="1593850"/>
              <a:ext cx="2343150" cy="2038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" name="Google Shape;13;p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378825" y="1047750"/>
              <a:ext cx="1917700" cy="25654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4" name="Google Shape;14;p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651875" y="1958975"/>
            <a:ext cx="1371600" cy="203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385050" y="2371725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188200" y="5172075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1614150" y="4987925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1334750" y="1704975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956550" y="134937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1176000" y="5197475"/>
            <a:ext cx="317500" cy="31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1055350" y="1349375"/>
            <a:ext cx="241300" cy="24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346950" y="4791075"/>
            <a:ext cx="241300" cy="2413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4"/>
  </p:sldLayoutIdLst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3657">
          <p15:clr>
            <a:srgbClr val="F26B43"/>
          </p15:clr>
        </p15:guide>
        <p15:guide id="2" pos="46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632450" y="1901825"/>
            <a:ext cx="6559550" cy="305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72300" y="1082675"/>
            <a:ext cx="4724400" cy="472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05700" y="2435225"/>
            <a:ext cx="3568700" cy="212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88350" y="1958975"/>
            <a:ext cx="1809750" cy="2266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36000" y="2206625"/>
            <a:ext cx="577850" cy="57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242550" y="2219325"/>
            <a:ext cx="590550" cy="71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34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83750" y="2536825"/>
            <a:ext cx="273050" cy="168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058150" y="3190875"/>
            <a:ext cx="80645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270750" y="1819275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188200" y="5172075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1417300" y="5032375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39;p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1531600" y="2130425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0;p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851650" y="190182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41;p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1499850" y="4670425"/>
            <a:ext cx="317500" cy="31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Google Shape;42;p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1696700" y="2200275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" name="Google Shape;43;p3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851650" y="5356225"/>
            <a:ext cx="241300" cy="2413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5"/>
  </p:sldLayoutIdLst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3657">
          <p15:clr>
            <a:srgbClr val="F26B43"/>
          </p15:clr>
        </p15:guide>
        <p15:guide id="2" pos="483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9753600" y="4356100"/>
            <a:ext cx="2438400" cy="216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48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14050" y="2476500"/>
            <a:ext cx="1377950" cy="216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4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04650" y="841375"/>
            <a:ext cx="387350" cy="78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" name="Google Shape;5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245850" y="4864100"/>
            <a:ext cx="946150" cy="1987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Google Shape;51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579100" y="5162550"/>
            <a:ext cx="1301750" cy="90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334750" y="2851150"/>
            <a:ext cx="85725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883900" y="3143250"/>
            <a:ext cx="1016000" cy="44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496550" y="6153150"/>
            <a:ext cx="1466850" cy="70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1563350" y="1837870"/>
            <a:ext cx="69850" cy="6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471150" y="6350000"/>
            <a:ext cx="508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496550" y="5099050"/>
            <a:ext cx="508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591800" y="4984750"/>
            <a:ext cx="254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1449050" y="4572000"/>
            <a:ext cx="44450" cy="4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1303000" y="185692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1506200" y="434340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0236200" y="6197600"/>
            <a:ext cx="190500" cy="1905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0" r:id="rId14"/>
  </p:sldLayoutIdLst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3657">
          <p15:clr>
            <a:srgbClr val="F26B43"/>
          </p15:clr>
        </p15:guide>
        <p15:guide id="2" pos="483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7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9753600" y="4356100"/>
            <a:ext cx="2438400" cy="216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14050" y="2476500"/>
            <a:ext cx="1377950" cy="216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04650" y="841375"/>
            <a:ext cx="387350" cy="78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245850" y="4864100"/>
            <a:ext cx="946150" cy="1987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579100" y="5162550"/>
            <a:ext cx="1301750" cy="90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334750" y="2851150"/>
            <a:ext cx="85725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883900" y="3143250"/>
            <a:ext cx="1016000" cy="44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496550" y="6153150"/>
            <a:ext cx="1466850" cy="70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1563350" y="1837870"/>
            <a:ext cx="69850" cy="6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471150" y="6350000"/>
            <a:ext cx="508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496550" y="5099050"/>
            <a:ext cx="508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591800" y="4984750"/>
            <a:ext cx="254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1449050" y="4572000"/>
            <a:ext cx="44450" cy="4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1303000" y="185692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1506200" y="434340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0236200" y="6197600"/>
            <a:ext cx="190500" cy="1905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4"/>
  </p:sldLayoutIdLst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3657">
          <p15:clr>
            <a:srgbClr val="F26B43"/>
          </p15:clr>
        </p15:guide>
        <p15:guide id="2" pos="483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9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12700"/>
            <a:ext cx="12192000" cy="581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115550" y="1562100"/>
            <a:ext cx="2076450" cy="461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96600" y="3644900"/>
            <a:ext cx="1295400" cy="321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47350" y="5651500"/>
            <a:ext cx="787400" cy="120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245850" y="2324100"/>
            <a:ext cx="946150" cy="55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661650" y="3028950"/>
            <a:ext cx="1225550" cy="84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728450" y="622300"/>
            <a:ext cx="463550" cy="48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731500" y="4044950"/>
            <a:ext cx="165100" cy="16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1131550" y="2146300"/>
            <a:ext cx="1143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1709400" y="1358900"/>
            <a:ext cx="88900" cy="8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687050" y="2908300"/>
            <a:ext cx="95250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0687050" y="4229100"/>
            <a:ext cx="44450" cy="4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1087100" y="2305050"/>
            <a:ext cx="44450" cy="4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9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0788650" y="2990850"/>
            <a:ext cx="254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9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0382250" y="5403850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9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0356850" y="5556250"/>
            <a:ext cx="254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9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0585450" y="5416550"/>
            <a:ext cx="38100" cy="381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2" r:id="rId16"/>
  </p:sldLayoutIdLst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3657">
          <p15:clr>
            <a:srgbClr val="F26B43"/>
          </p15:clr>
        </p15:guide>
        <p15:guide id="2" pos="483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632450" y="1371600"/>
            <a:ext cx="6559550" cy="305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72300" y="1066800"/>
            <a:ext cx="4724400" cy="472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57231" y="1565532"/>
            <a:ext cx="2241550" cy="3536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92950" y="4718050"/>
            <a:ext cx="24892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88200" y="1593850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00950" y="5461000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239500" y="5334000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055350" y="1555750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64350" y="132715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1347450" y="5054600"/>
            <a:ext cx="317500" cy="31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1137900" y="1295400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270750" y="5302250"/>
            <a:ext cx="241300" cy="24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092950" y="1952625"/>
            <a:ext cx="2254250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699500" y="2762250"/>
            <a:ext cx="2628900" cy="212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890000" y="2971800"/>
            <a:ext cx="2247900" cy="128905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3" r:id="rId14"/>
  </p:sldLayoutIdLst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3657">
          <p15:clr>
            <a:srgbClr val="F26B43"/>
          </p15:clr>
        </p15:guide>
        <p15:guide id="2" pos="483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72300" y="1066800"/>
            <a:ext cx="4724400" cy="472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31350" y="2057400"/>
            <a:ext cx="1187450" cy="172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62900" y="2057400"/>
            <a:ext cx="1187450" cy="172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59750" y="4184650"/>
            <a:ext cx="2374900" cy="92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04150" y="3194050"/>
            <a:ext cx="3092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07400" y="1644650"/>
            <a:ext cx="1911350" cy="229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00950" y="5461000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055350" y="1555750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1137900" y="1295400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270750" y="5302250"/>
            <a:ext cx="241300" cy="24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023100" y="1308100"/>
            <a:ext cx="79375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17500" y="2374900"/>
            <a:ext cx="1117600" cy="107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454650" y="4324350"/>
            <a:ext cx="1117600" cy="107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 rot="10800000">
            <a:off x="11225530" y="3955339"/>
            <a:ext cx="793750" cy="7620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4" r:id="rId13"/>
  </p:sldLayoutIdLst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3657">
          <p15:clr>
            <a:srgbClr val="F26B43"/>
          </p15:clr>
        </p15:guide>
        <p15:guide id="2" pos="483">
          <p15:clr>
            <a:srgbClr val="F26B43"/>
          </p15:clr>
        </p15:guide>
      </p15:sldGuideLst>
    </p:ext>
  </p:extLst>
</p:sldMaster>
</file>

<file path=ppt/slideMasters/slideMaster8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192000" cy="5822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0750" y="952500"/>
            <a:ext cx="9721850" cy="446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64700" y="2476500"/>
            <a:ext cx="1949450" cy="1123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01750" y="2794000"/>
            <a:ext cx="2527300" cy="302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33450" y="863600"/>
            <a:ext cx="213995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52000" y="4476750"/>
            <a:ext cx="1962150" cy="132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155950" y="1543050"/>
            <a:ext cx="5791200" cy="427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013200" y="571500"/>
            <a:ext cx="4146550" cy="373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187700" y="4311650"/>
            <a:ext cx="1568450" cy="1492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934450" y="5099050"/>
            <a:ext cx="1206500" cy="70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128000" y="4127500"/>
            <a:ext cx="1111250" cy="167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271000" y="1174750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226550" y="908050"/>
            <a:ext cx="44450" cy="4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676400" y="2705100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625600" y="2222500"/>
            <a:ext cx="508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5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5060950" y="1511300"/>
            <a:ext cx="2171700" cy="2152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5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11544300" y="1797050"/>
            <a:ext cx="381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5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8832850" y="9906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5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11645900" y="1905000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5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1758950" y="2355850"/>
            <a:ext cx="241300" cy="24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5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10217150" y="4006850"/>
            <a:ext cx="647700" cy="92075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21"/>
  </p:sldLayoutIdLst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3.png"/><Relationship Id="rId4" Type="http://schemas.openxmlformats.org/officeDocument/2006/relationships/image" Target="../media/image7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8.png"/><Relationship Id="rId4" Type="http://schemas.openxmlformats.org/officeDocument/2006/relationships/image" Target="../media/image72.png"/><Relationship Id="rId5" Type="http://schemas.openxmlformats.org/officeDocument/2006/relationships/image" Target="../media/image70.png"/><Relationship Id="rId6" Type="http://schemas.openxmlformats.org/officeDocument/2006/relationships/image" Target="../media/image67.png"/><Relationship Id="rId7" Type="http://schemas.openxmlformats.org/officeDocument/2006/relationships/image" Target="../media/image7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7"/>
          <p:cNvSpPr txBox="1"/>
          <p:nvPr>
            <p:ph type="ctrTitle"/>
          </p:nvPr>
        </p:nvSpPr>
        <p:spPr>
          <a:xfrm>
            <a:off x="576950" y="2950025"/>
            <a:ext cx="7505400" cy="8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</a:pPr>
            <a:r>
              <a:rPr lang="pt-BR"/>
              <a:t>Sistemas de Recomendação</a:t>
            </a:r>
            <a:endParaRPr/>
          </a:p>
        </p:txBody>
      </p:sp>
      <p:sp>
        <p:nvSpPr>
          <p:cNvPr id="173" name="Google Shape;173;p17"/>
          <p:cNvSpPr txBox="1"/>
          <p:nvPr>
            <p:ph idx="1" type="subTitle"/>
          </p:nvPr>
        </p:nvSpPr>
        <p:spPr>
          <a:xfrm>
            <a:off x="561700" y="3752850"/>
            <a:ext cx="6742500" cy="53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1B2"/>
              </a:buClr>
              <a:buSzPts val="2500"/>
              <a:buNone/>
            </a:pPr>
            <a:r>
              <a:rPr lang="pt-BR"/>
              <a:t>Pedro Kássio Ribeiro Matos Loureiro de Carvalho</a:t>
            </a:r>
            <a:endParaRPr/>
          </a:p>
        </p:txBody>
      </p:sp>
      <p:sp>
        <p:nvSpPr>
          <p:cNvPr id="174" name="Google Shape;174;p17"/>
          <p:cNvSpPr/>
          <p:nvPr/>
        </p:nvSpPr>
        <p:spPr>
          <a:xfrm>
            <a:off x="14095988" y="2133496"/>
            <a:ext cx="3580222" cy="1033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20000" y="22500"/>
                </a:lnTo>
                <a:lnTo>
                  <a:pt x="-56000" y="135000"/>
                </a:lnTo>
              </a:path>
            </a:pathLst>
          </a:custGeom>
          <a:solidFill>
            <a:schemeClr val="lt1"/>
          </a:solidFill>
          <a:ln cap="flat" cmpd="sng" w="12700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4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SLIDE CAPA</a:t>
            </a:r>
            <a:endParaRPr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8"/>
          <p:cNvSpPr txBox="1"/>
          <p:nvPr>
            <p:ph type="ctrTitle"/>
          </p:nvPr>
        </p:nvSpPr>
        <p:spPr>
          <a:xfrm>
            <a:off x="559520" y="2231636"/>
            <a:ext cx="590931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</a:pPr>
            <a:r>
              <a:rPr lang="pt-BR"/>
              <a:t>Introdução</a:t>
            </a:r>
            <a:endParaRPr/>
          </a:p>
        </p:txBody>
      </p:sp>
      <p:sp>
        <p:nvSpPr>
          <p:cNvPr id="180" name="Google Shape;180;p18"/>
          <p:cNvSpPr/>
          <p:nvPr/>
        </p:nvSpPr>
        <p:spPr>
          <a:xfrm>
            <a:off x="14167420" y="1725837"/>
            <a:ext cx="4057842" cy="173225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20000" y="22500"/>
                </a:lnTo>
                <a:lnTo>
                  <a:pt x="-56000" y="135000"/>
                </a:lnTo>
              </a:path>
            </a:pathLst>
          </a:custGeom>
          <a:solidFill>
            <a:schemeClr val="lt1"/>
          </a:solidFill>
          <a:ln cap="flat" cmpd="sng" w="12700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4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SLIDE PARA SEPARAR CAPÍTULO/ TÓPICO</a:t>
            </a:r>
            <a:endParaRPr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9"/>
          <p:cNvSpPr txBox="1"/>
          <p:nvPr>
            <p:ph type="ctrTitle"/>
          </p:nvPr>
        </p:nvSpPr>
        <p:spPr>
          <a:xfrm>
            <a:off x="576943" y="0"/>
            <a:ext cx="10951482" cy="12083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</a:pPr>
            <a:r>
              <a:rPr lang="pt-BR"/>
              <a:t>Introdução</a:t>
            </a:r>
            <a:endParaRPr/>
          </a:p>
        </p:txBody>
      </p:sp>
      <p:sp>
        <p:nvSpPr>
          <p:cNvPr id="186" name="Google Shape;186;p19"/>
          <p:cNvSpPr txBox="1"/>
          <p:nvPr>
            <p:ph idx="1" type="subTitle"/>
          </p:nvPr>
        </p:nvSpPr>
        <p:spPr>
          <a:xfrm>
            <a:off x="544282" y="1524000"/>
            <a:ext cx="91440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1B2"/>
              </a:buClr>
              <a:buSzPts val="3400"/>
              <a:buFont typeface="Noto Sans Symbols"/>
              <a:buNone/>
            </a:pPr>
            <a:br>
              <a:rPr lang="pt-BR" sz="2400"/>
            </a:br>
            <a:br>
              <a:rPr lang="pt-BR" sz="2400"/>
            </a:br>
            <a:r>
              <a:rPr lang="pt-BR" sz="2400"/>
              <a:t>Atualmente a internet permite a coleta rápida e fácil de feedbacks</a:t>
            </a:r>
            <a:br>
              <a:rPr lang="pt-BR" sz="2400"/>
            </a:br>
            <a:br>
              <a:rPr lang="pt-BR" sz="2400"/>
            </a:br>
            <a:r>
              <a:rPr lang="pt-BR" sz="2400"/>
              <a:t>Um exemplo de feedback seria a interação com o Netflix e o YouTube</a:t>
            </a:r>
            <a:endParaRPr sz="24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1B2"/>
              </a:buClr>
              <a:buSzPts val="3400"/>
              <a:buFont typeface="Noto Sans Symbols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1B2"/>
              </a:buClr>
              <a:buSzPts val="3400"/>
              <a:buFont typeface="Noto Sans Symbols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1B2"/>
              </a:buClr>
              <a:buSzPts val="3400"/>
              <a:buFont typeface="Noto Sans Symbols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1B2"/>
              </a:buClr>
              <a:buSzPts val="3400"/>
              <a:buFont typeface="Noto Sans Symbols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1B2"/>
              </a:buClr>
              <a:buSzPts val="3400"/>
              <a:buFont typeface="Noto Sans Symbols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1B2"/>
              </a:buClr>
              <a:buSzPts val="3400"/>
              <a:buFont typeface="Noto Sans Symbols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1B2"/>
              </a:buClr>
              <a:buSzPts val="3400"/>
              <a:buFont typeface="Noto Sans Symbols"/>
              <a:buNone/>
            </a:pPr>
            <a:br>
              <a:rPr lang="pt-BR"/>
            </a:br>
            <a:endParaRPr/>
          </a:p>
        </p:txBody>
      </p:sp>
      <p:sp>
        <p:nvSpPr>
          <p:cNvPr id="187" name="Google Shape;187;p19"/>
          <p:cNvSpPr/>
          <p:nvPr/>
        </p:nvSpPr>
        <p:spPr>
          <a:xfrm>
            <a:off x="14167420" y="1725837"/>
            <a:ext cx="4057842" cy="173225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20000" y="22500"/>
                </a:lnTo>
                <a:lnTo>
                  <a:pt x="-56000" y="135000"/>
                </a:lnTo>
              </a:path>
            </a:pathLst>
          </a:custGeom>
          <a:solidFill>
            <a:schemeClr val="lt1"/>
          </a:solidFill>
          <a:ln cap="flat" cmpd="sng" w="12700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4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SLIDE PARA TÓPICOS</a:t>
            </a:r>
            <a:endParaRPr/>
          </a:p>
        </p:txBody>
      </p:sp>
      <p:pic>
        <p:nvPicPr>
          <p:cNvPr id="188" name="Google Shape;18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7245" y="3458107"/>
            <a:ext cx="2516050" cy="1003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49097" y="3485016"/>
            <a:ext cx="1655050" cy="94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0"/>
          <p:cNvSpPr txBox="1"/>
          <p:nvPr>
            <p:ph type="ctrTitle"/>
          </p:nvPr>
        </p:nvSpPr>
        <p:spPr>
          <a:xfrm>
            <a:off x="568230" y="0"/>
            <a:ext cx="10012684" cy="1197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</a:pPr>
            <a:r>
              <a:rPr lang="pt-BR"/>
              <a:t>Tipos de Feedback</a:t>
            </a:r>
            <a:endParaRPr/>
          </a:p>
        </p:txBody>
      </p:sp>
      <p:sp>
        <p:nvSpPr>
          <p:cNvPr id="195" name="Google Shape;195;p20"/>
          <p:cNvSpPr txBox="1"/>
          <p:nvPr>
            <p:ph idx="1" type="subTitle"/>
          </p:nvPr>
        </p:nvSpPr>
        <p:spPr>
          <a:xfrm>
            <a:off x="576940" y="1524000"/>
            <a:ext cx="91440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1B2"/>
              </a:buClr>
              <a:buSzPts val="3400"/>
              <a:buFont typeface="Noto Sans Symbols"/>
              <a:buNone/>
            </a:pPr>
            <a:r>
              <a:rPr lang="pt-BR" sz="2400"/>
              <a:t>Feedback explícito:</a:t>
            </a:r>
            <a:br>
              <a:rPr lang="pt-BR" sz="2400"/>
            </a:br>
            <a:r>
              <a:rPr lang="pt-BR" sz="2400"/>
              <a:t>	Rating</a:t>
            </a:r>
            <a:br>
              <a:rPr lang="pt-BR" sz="2400"/>
            </a:br>
            <a:r>
              <a:rPr lang="pt-BR" sz="2400"/>
              <a:t>	Like e dislike.</a:t>
            </a:r>
            <a:br>
              <a:rPr lang="pt-BR" sz="2400"/>
            </a:br>
            <a:endParaRPr sz="24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1B2"/>
              </a:buClr>
              <a:buSzPts val="3400"/>
              <a:buFont typeface="Noto Sans Symbols"/>
              <a:buNone/>
            </a:pPr>
            <a:r>
              <a:t/>
            </a:r>
            <a:endParaRPr sz="24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1B2"/>
              </a:buClr>
              <a:buSzPts val="3400"/>
              <a:buFont typeface="Noto Sans Symbols"/>
              <a:buNone/>
            </a:pPr>
            <a:r>
              <a:rPr lang="pt-BR" sz="2400"/>
              <a:t>Feedback implícito:</a:t>
            </a:r>
            <a:br>
              <a:rPr lang="pt-BR" sz="2400"/>
            </a:br>
            <a:r>
              <a:rPr lang="pt-BR" sz="2400"/>
              <a:t>	Comprar um produto</a:t>
            </a:r>
            <a:endParaRPr sz="2400"/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1B2"/>
              </a:buClr>
              <a:buSzPts val="3400"/>
              <a:buFont typeface="Noto Sans Symbols"/>
              <a:buNone/>
            </a:pPr>
            <a:r>
              <a:rPr lang="pt-BR" sz="2400"/>
              <a:t>Navegar em uma página</a:t>
            </a:r>
            <a:br>
              <a:rPr lang="pt-BR" sz="2400"/>
            </a:br>
            <a:endParaRPr sz="2400"/>
          </a:p>
        </p:txBody>
      </p:sp>
      <p:sp>
        <p:nvSpPr>
          <p:cNvPr id="196" name="Google Shape;196;p20"/>
          <p:cNvSpPr/>
          <p:nvPr/>
        </p:nvSpPr>
        <p:spPr>
          <a:xfrm>
            <a:off x="14889194" y="1652109"/>
            <a:ext cx="5469146" cy="157417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20000" y="22500"/>
                </a:lnTo>
                <a:lnTo>
                  <a:pt x="-56000" y="135000"/>
                </a:lnTo>
              </a:path>
            </a:pathLst>
          </a:custGeom>
          <a:solidFill>
            <a:schemeClr val="lt1"/>
          </a:solidFill>
          <a:ln cap="flat" cmpd="sng" w="12700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4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SLIDE PARA TEXTO CORRIDO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OBS: NÃO É ACONSELHÁVEL COLOCAR</a:t>
            </a:r>
            <a:b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MUITO TEXTO NOS SLIDES</a:t>
            </a:r>
            <a:endParaRPr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1"/>
          <p:cNvSpPr txBox="1"/>
          <p:nvPr>
            <p:ph type="ctrTitle"/>
          </p:nvPr>
        </p:nvSpPr>
        <p:spPr>
          <a:xfrm>
            <a:off x="568229" y="-1"/>
            <a:ext cx="10960195" cy="1197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</a:pPr>
            <a:r>
              <a:rPr lang="pt-BR"/>
              <a:t>O que é um Sistema de Recomendação</a:t>
            </a:r>
            <a:endParaRPr/>
          </a:p>
        </p:txBody>
      </p:sp>
      <p:sp>
        <p:nvSpPr>
          <p:cNvPr id="202" name="Google Shape;202;p21"/>
          <p:cNvSpPr txBox="1"/>
          <p:nvPr>
            <p:ph idx="1" type="subTitle"/>
          </p:nvPr>
        </p:nvSpPr>
        <p:spPr>
          <a:xfrm>
            <a:off x="576939" y="1447799"/>
            <a:ext cx="9448803" cy="45284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E9B"/>
              </a:buClr>
              <a:buSzPts val="3500"/>
              <a:buFont typeface="Noto Sans Symbols"/>
              <a:buNone/>
            </a:pPr>
            <a:r>
              <a:rPr lang="pt-BR" sz="2400"/>
              <a:t>Sistema que utiliza dados de feedback para determinar interesses</a:t>
            </a:r>
            <a:endParaRPr sz="24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E9B"/>
              </a:buClr>
              <a:buSzPts val="3500"/>
              <a:buFont typeface="Noto Sans Symbols"/>
              <a:buNone/>
            </a:pPr>
            <a:r>
              <a:t/>
            </a:r>
            <a:endParaRPr sz="24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E9B"/>
              </a:buClr>
              <a:buSzPts val="3500"/>
              <a:buFont typeface="Noto Sans Symbols"/>
              <a:buNone/>
            </a:pPr>
            <a:r>
              <a:rPr lang="pt-BR" sz="2400"/>
              <a:t>Nomes padrões: Usuário e Item</a:t>
            </a:r>
            <a:endParaRPr sz="24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E9B"/>
              </a:buClr>
              <a:buSzPts val="3500"/>
              <a:buFont typeface="Noto Sans Symbols"/>
              <a:buNone/>
            </a:pPr>
            <a:br>
              <a:rPr lang="pt-BR" sz="2400"/>
            </a:br>
            <a:r>
              <a:rPr lang="pt-BR" sz="2400"/>
              <a:t>Se baseia em interações anteriores</a:t>
            </a:r>
            <a:endParaRPr sz="24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E9B"/>
              </a:buClr>
              <a:buSzPts val="3500"/>
              <a:buFont typeface="Noto Sans Symbols"/>
              <a:buNone/>
            </a:pPr>
            <a:r>
              <a:t/>
            </a:r>
            <a:endParaRPr sz="2400"/>
          </a:p>
        </p:txBody>
      </p:sp>
      <p:sp>
        <p:nvSpPr>
          <p:cNvPr id="203" name="Google Shape;203;p21"/>
          <p:cNvSpPr/>
          <p:nvPr/>
        </p:nvSpPr>
        <p:spPr>
          <a:xfrm>
            <a:off x="14889194" y="1652109"/>
            <a:ext cx="5469146" cy="157417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20000" y="22500"/>
                </a:lnTo>
                <a:lnTo>
                  <a:pt x="-56000" y="135000"/>
                </a:lnTo>
              </a:path>
            </a:pathLst>
          </a:custGeom>
          <a:solidFill>
            <a:schemeClr val="lt1"/>
          </a:solidFill>
          <a:ln cap="flat" cmpd="sng" w="12700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4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SLIDE PARA TEXTO CORRIDO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OBS: NÃO É ACONSELHÁVEL COLOCAR</a:t>
            </a:r>
            <a:b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MUITO TEXTO NOS SLIDES</a:t>
            </a:r>
            <a:endParaRPr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2"/>
          <p:cNvSpPr txBox="1"/>
          <p:nvPr>
            <p:ph type="ctrTitle"/>
          </p:nvPr>
        </p:nvSpPr>
        <p:spPr>
          <a:xfrm>
            <a:off x="568229" y="-1"/>
            <a:ext cx="10960200" cy="119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</a:pPr>
            <a:r>
              <a:rPr lang="pt-BR"/>
              <a:t>O que é um Sistema de Recomendação</a:t>
            </a:r>
            <a:endParaRPr/>
          </a:p>
        </p:txBody>
      </p:sp>
      <p:sp>
        <p:nvSpPr>
          <p:cNvPr id="209" name="Google Shape;209;p22"/>
          <p:cNvSpPr/>
          <p:nvPr/>
        </p:nvSpPr>
        <p:spPr>
          <a:xfrm>
            <a:off x="14889194" y="1652109"/>
            <a:ext cx="5469000" cy="1574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20000" y="22500"/>
                </a:lnTo>
                <a:lnTo>
                  <a:pt x="-56000" y="135000"/>
                </a:lnTo>
              </a:path>
            </a:pathLst>
          </a:custGeom>
          <a:solidFill>
            <a:schemeClr val="lt1"/>
          </a:solidFill>
          <a:ln cap="flat" cmpd="sng" w="12700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4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SLIDE PARA TEXTO CORRIDO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OBS: NÃO É ACONSELHÁVEL COLOCAR</a:t>
            </a:r>
            <a:b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MUITO TEXTO NOS SLIDES</a:t>
            </a:r>
            <a:endParaRPr/>
          </a:p>
        </p:txBody>
      </p:sp>
      <p:sp>
        <p:nvSpPr>
          <p:cNvPr id="210" name="Google Shape;210;p22"/>
          <p:cNvSpPr/>
          <p:nvPr/>
        </p:nvSpPr>
        <p:spPr>
          <a:xfrm>
            <a:off x="6111188" y="2193499"/>
            <a:ext cx="2092800" cy="620100"/>
          </a:xfrm>
          <a:prstGeom prst="roundRect">
            <a:avLst>
              <a:gd fmla="val 16667" name="adj"/>
            </a:avLst>
          </a:prstGeom>
          <a:solidFill>
            <a:srgbClr val="A53010"/>
          </a:solidFill>
          <a:ln cap="rnd" cmpd="sng" w="15875">
            <a:solidFill>
              <a:srgbClr val="7823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Documentário de História</a:t>
            </a:r>
            <a:endParaRPr/>
          </a:p>
        </p:txBody>
      </p:sp>
      <p:sp>
        <p:nvSpPr>
          <p:cNvPr id="211" name="Google Shape;211;p22"/>
          <p:cNvSpPr/>
          <p:nvPr/>
        </p:nvSpPr>
        <p:spPr>
          <a:xfrm>
            <a:off x="6111188" y="3246140"/>
            <a:ext cx="2092800" cy="620100"/>
          </a:xfrm>
          <a:prstGeom prst="roundRect">
            <a:avLst>
              <a:gd fmla="val 16667" name="adj"/>
            </a:avLst>
          </a:prstGeom>
          <a:solidFill>
            <a:srgbClr val="A53010"/>
          </a:solidFill>
          <a:ln cap="rnd" cmpd="sng" w="15875">
            <a:solidFill>
              <a:srgbClr val="7823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Programa educacional</a:t>
            </a:r>
            <a:endParaRPr/>
          </a:p>
        </p:txBody>
      </p:sp>
      <p:sp>
        <p:nvSpPr>
          <p:cNvPr id="212" name="Google Shape;212;p22"/>
          <p:cNvSpPr/>
          <p:nvPr/>
        </p:nvSpPr>
        <p:spPr>
          <a:xfrm>
            <a:off x="6114115" y="4401478"/>
            <a:ext cx="2092800" cy="620100"/>
          </a:xfrm>
          <a:prstGeom prst="roundRect">
            <a:avLst>
              <a:gd fmla="val 16667" name="adj"/>
            </a:avLst>
          </a:prstGeom>
          <a:solidFill>
            <a:srgbClr val="A53010"/>
          </a:solidFill>
          <a:ln cap="rnd" cmpd="sng" w="15875">
            <a:solidFill>
              <a:srgbClr val="7823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Filme de ação</a:t>
            </a:r>
            <a:endParaRPr/>
          </a:p>
        </p:txBody>
      </p:sp>
      <p:cxnSp>
        <p:nvCxnSpPr>
          <p:cNvPr id="213" name="Google Shape;213;p22"/>
          <p:cNvCxnSpPr>
            <a:stCxn id="214" idx="7"/>
            <a:endCxn id="210" idx="1"/>
          </p:cNvCxnSpPr>
          <p:nvPr/>
        </p:nvCxnSpPr>
        <p:spPr>
          <a:xfrm flipH="1" rot="10800000">
            <a:off x="2974549" y="2503446"/>
            <a:ext cx="3136500" cy="925500"/>
          </a:xfrm>
          <a:prstGeom prst="straightConnector1">
            <a:avLst/>
          </a:prstGeom>
          <a:noFill/>
          <a:ln cap="flat" cmpd="sng" w="19050">
            <a:solidFill>
              <a:srgbClr val="9D2D0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5" name="Google Shape;215;p22"/>
          <p:cNvCxnSpPr>
            <a:stCxn id="214" idx="6"/>
            <a:endCxn id="216" idx="1"/>
          </p:cNvCxnSpPr>
          <p:nvPr/>
        </p:nvCxnSpPr>
        <p:spPr>
          <a:xfrm>
            <a:off x="3060352" y="3652746"/>
            <a:ext cx="1163100" cy="498600"/>
          </a:xfrm>
          <a:prstGeom prst="straightConnector1">
            <a:avLst/>
          </a:prstGeom>
          <a:noFill/>
          <a:ln cap="flat" cmpd="sng" w="19050">
            <a:solidFill>
              <a:srgbClr val="9D2D0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6" name="Google Shape;216;p22"/>
          <p:cNvSpPr txBox="1"/>
          <p:nvPr/>
        </p:nvSpPr>
        <p:spPr>
          <a:xfrm>
            <a:off x="4223580" y="3923984"/>
            <a:ext cx="363600" cy="4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/>
          </a:p>
        </p:txBody>
      </p:sp>
      <p:sp>
        <p:nvSpPr>
          <p:cNvPr id="217" name="Google Shape;217;p22"/>
          <p:cNvSpPr txBox="1"/>
          <p:nvPr/>
        </p:nvSpPr>
        <p:spPr>
          <a:xfrm>
            <a:off x="5155728" y="3336246"/>
            <a:ext cx="425100" cy="4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sz="1800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2"/>
          <p:cNvSpPr txBox="1"/>
          <p:nvPr/>
        </p:nvSpPr>
        <p:spPr>
          <a:xfrm>
            <a:off x="5155728" y="4484361"/>
            <a:ext cx="384300" cy="4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✗</a:t>
            </a:r>
            <a:endParaRPr sz="18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9" name="Google Shape;219;p22"/>
          <p:cNvCxnSpPr>
            <a:stCxn id="216" idx="3"/>
            <a:endCxn id="217" idx="1"/>
          </p:cNvCxnSpPr>
          <p:nvPr/>
        </p:nvCxnSpPr>
        <p:spPr>
          <a:xfrm flipH="1" rot="10800000">
            <a:off x="4587180" y="3563534"/>
            <a:ext cx="568500" cy="587700"/>
          </a:xfrm>
          <a:prstGeom prst="straightConnector1">
            <a:avLst/>
          </a:prstGeom>
          <a:noFill/>
          <a:ln cap="flat" cmpd="sng" w="19050">
            <a:solidFill>
              <a:srgbClr val="9D2D0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0" name="Google Shape;220;p22"/>
          <p:cNvCxnSpPr>
            <a:stCxn id="216" idx="3"/>
            <a:endCxn id="218" idx="1"/>
          </p:cNvCxnSpPr>
          <p:nvPr/>
        </p:nvCxnSpPr>
        <p:spPr>
          <a:xfrm>
            <a:off x="4587180" y="4151234"/>
            <a:ext cx="568500" cy="560400"/>
          </a:xfrm>
          <a:prstGeom prst="straightConnector1">
            <a:avLst/>
          </a:prstGeom>
          <a:noFill/>
          <a:ln cap="flat" cmpd="sng" w="19050">
            <a:solidFill>
              <a:srgbClr val="9D2D0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1" name="Google Shape;221;p22"/>
          <p:cNvCxnSpPr>
            <a:stCxn id="217" idx="3"/>
            <a:endCxn id="211" idx="1"/>
          </p:cNvCxnSpPr>
          <p:nvPr/>
        </p:nvCxnSpPr>
        <p:spPr>
          <a:xfrm flipH="1" rot="10800000">
            <a:off x="5580828" y="3556296"/>
            <a:ext cx="530400" cy="7200"/>
          </a:xfrm>
          <a:prstGeom prst="straightConnector1">
            <a:avLst/>
          </a:prstGeom>
          <a:noFill/>
          <a:ln cap="flat" cmpd="sng" w="19050">
            <a:solidFill>
              <a:srgbClr val="9D2D0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2" name="Google Shape;222;p22"/>
          <p:cNvCxnSpPr>
            <a:stCxn id="218" idx="3"/>
            <a:endCxn id="212" idx="1"/>
          </p:cNvCxnSpPr>
          <p:nvPr/>
        </p:nvCxnSpPr>
        <p:spPr>
          <a:xfrm>
            <a:off x="5540028" y="4711611"/>
            <a:ext cx="574200" cy="0"/>
          </a:xfrm>
          <a:prstGeom prst="straightConnector1">
            <a:avLst/>
          </a:prstGeom>
          <a:noFill/>
          <a:ln cap="flat" cmpd="sng" w="19050">
            <a:solidFill>
              <a:srgbClr val="9D2D0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3" name="Google Shape;223;p22"/>
          <p:cNvSpPr/>
          <p:nvPr/>
        </p:nvSpPr>
        <p:spPr>
          <a:xfrm>
            <a:off x="2432601" y="3770204"/>
            <a:ext cx="669600" cy="633000"/>
          </a:xfrm>
          <a:prstGeom prst="triangle">
            <a:avLst>
              <a:gd fmla="val 50000" name="adj"/>
            </a:avLst>
          </a:prstGeom>
          <a:solidFill>
            <a:srgbClr val="A53010"/>
          </a:solidFill>
          <a:ln cap="rnd" cmpd="sng" w="15875">
            <a:solidFill>
              <a:srgbClr val="7823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2"/>
          <p:cNvSpPr/>
          <p:nvPr/>
        </p:nvSpPr>
        <p:spPr>
          <a:xfrm>
            <a:off x="2474452" y="3336246"/>
            <a:ext cx="585900" cy="633000"/>
          </a:xfrm>
          <a:prstGeom prst="ellipse">
            <a:avLst/>
          </a:prstGeom>
          <a:solidFill>
            <a:srgbClr val="A53010"/>
          </a:solidFill>
          <a:ln cap="rnd" cmpd="sng" w="15875">
            <a:solidFill>
              <a:srgbClr val="7823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3"/>
          <p:cNvSpPr txBox="1"/>
          <p:nvPr>
            <p:ph type="ctrTitle"/>
          </p:nvPr>
        </p:nvSpPr>
        <p:spPr>
          <a:xfrm>
            <a:off x="568229" y="-1"/>
            <a:ext cx="10960200" cy="119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</a:pPr>
            <a:r>
              <a:rPr lang="pt-BR"/>
              <a:t>Matriz de Ratings</a:t>
            </a:r>
            <a:endParaRPr/>
          </a:p>
        </p:txBody>
      </p:sp>
      <p:sp>
        <p:nvSpPr>
          <p:cNvPr id="229" name="Google Shape;229;p23"/>
          <p:cNvSpPr/>
          <p:nvPr/>
        </p:nvSpPr>
        <p:spPr>
          <a:xfrm>
            <a:off x="14889194" y="1652109"/>
            <a:ext cx="5469000" cy="1574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20000" y="22500"/>
                </a:lnTo>
                <a:lnTo>
                  <a:pt x="-56000" y="135000"/>
                </a:lnTo>
              </a:path>
            </a:pathLst>
          </a:custGeom>
          <a:solidFill>
            <a:schemeClr val="lt1"/>
          </a:solidFill>
          <a:ln cap="flat" cmpd="sng" w="12700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4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SLIDE PARA TEXTO CORRIDO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OBS: NÃO É ACONSELHÁVEL COLOCAR</a:t>
            </a:r>
            <a:b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MUITO TEXTO NOS SLIDES</a:t>
            </a:r>
            <a:endParaRPr/>
          </a:p>
        </p:txBody>
      </p:sp>
      <p:graphicFrame>
        <p:nvGraphicFramePr>
          <p:cNvPr id="230" name="Google Shape;230;p23"/>
          <p:cNvGraphicFramePr/>
          <p:nvPr/>
        </p:nvGraphicFramePr>
        <p:xfrm>
          <a:off x="1413623" y="206116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{671F00FB-270E-42B1-8E75-7C9B2340D8DB}</a:tableStyleId>
              </a:tblPr>
              <a:tblGrid>
                <a:gridCol w="958875"/>
                <a:gridCol w="1083200"/>
                <a:gridCol w="1083200"/>
                <a:gridCol w="1083200"/>
                <a:gridCol w="1083200"/>
                <a:gridCol w="1083200"/>
                <a:gridCol w="1083200"/>
              </a:tblGrid>
              <a:tr h="370850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Filmes/ Usuários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50" u="none" cap="none" strike="noStrike"/>
                        <a:t>Filme 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50" u="none" cap="none" strike="noStrike"/>
                        <a:t>Filme 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50" u="none" cap="none" strike="noStrike"/>
                        <a:t>Filme 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50" u="none" cap="none" strike="noStrike"/>
                        <a:t>Filme 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50" u="none" cap="none" strike="noStrike"/>
                        <a:t>Filme 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50" u="none" cap="none" strike="noStrike"/>
                        <a:t>Filme 6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50" u="none" cap="none" strike="noStrike"/>
                        <a:t>U1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5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50" u="none" cap="none" strike="noStrike"/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50" u="none" cap="none" strike="noStrike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50" u="none" cap="none" strike="noStrike"/>
                        <a:t>U2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50" u="none" cap="none" strike="noStrike"/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50" u="none" cap="none" strike="noStrike"/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50" u="none" cap="none" strike="noStrike"/>
                        <a:t>U3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50" u="none" cap="none" strike="noStrike"/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50" u="none" cap="none" strike="noStrike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5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50" u="none" cap="none" strike="noStrike"/>
                        <a:t>U4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50" u="none" cap="none" strike="noStrike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50" u="none" cap="none" strike="noStrike"/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50" u="none" cap="none" strike="noStrike"/>
                        <a:t>U5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50" u="none" cap="none" strike="noStrike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50" u="none" cap="none" strike="noStrike"/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50" u="none" cap="none" strike="noStrike"/>
                        <a:t>U6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50" u="none" cap="none" strike="noStrike"/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50" u="none" cap="none" strike="noStrike"/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4"/>
          <p:cNvSpPr txBox="1"/>
          <p:nvPr>
            <p:ph type="ctrTitle"/>
          </p:nvPr>
        </p:nvSpPr>
        <p:spPr>
          <a:xfrm>
            <a:off x="568229" y="-1"/>
            <a:ext cx="10960200" cy="119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</a:pPr>
            <a:r>
              <a:rPr lang="pt-BR"/>
              <a:t>Matriz de Ratings</a:t>
            </a:r>
            <a:endParaRPr/>
          </a:p>
        </p:txBody>
      </p:sp>
      <p:sp>
        <p:nvSpPr>
          <p:cNvPr id="236" name="Google Shape;236;p24"/>
          <p:cNvSpPr/>
          <p:nvPr/>
        </p:nvSpPr>
        <p:spPr>
          <a:xfrm>
            <a:off x="14889194" y="1652109"/>
            <a:ext cx="5469000" cy="1574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20000" y="22500"/>
                </a:lnTo>
                <a:lnTo>
                  <a:pt x="-56000" y="135000"/>
                </a:lnTo>
              </a:path>
            </a:pathLst>
          </a:custGeom>
          <a:solidFill>
            <a:schemeClr val="lt1"/>
          </a:solidFill>
          <a:ln cap="flat" cmpd="sng" w="12700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4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SLIDE PARA TEXTO CORRIDO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OBS: NÃO É ACONSELHÁVEL COLOCAR</a:t>
            </a:r>
            <a:b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MUITO TEXTO NOS SLIDES</a:t>
            </a:r>
            <a:endParaRPr/>
          </a:p>
        </p:txBody>
      </p:sp>
      <p:graphicFrame>
        <p:nvGraphicFramePr>
          <p:cNvPr id="237" name="Google Shape;237;p24"/>
          <p:cNvGraphicFramePr/>
          <p:nvPr/>
        </p:nvGraphicFramePr>
        <p:xfrm>
          <a:off x="766773" y="282893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{671F00FB-270E-42B1-8E75-7C9B2340D8DB}</a:tableStyleId>
              </a:tblPr>
              <a:tblGrid>
                <a:gridCol w="958875"/>
                <a:gridCol w="1083200"/>
                <a:gridCol w="1083200"/>
                <a:gridCol w="1083200"/>
                <a:gridCol w="1083200"/>
                <a:gridCol w="1083200"/>
                <a:gridCol w="1083200"/>
              </a:tblGrid>
              <a:tr h="370850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Filmes/ Usuários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50" u="none" cap="none" strike="noStrike"/>
                        <a:t>Filme 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50" u="none" cap="none" strike="noStrike"/>
                        <a:t>Filme 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50" u="none" cap="none" strike="noStrike"/>
                        <a:t>Filme 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50" u="none" cap="none" strike="noStrike"/>
                        <a:t>Filme 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50" u="none" cap="none" strike="noStrike"/>
                        <a:t>Filme 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50" u="none" cap="none" strike="noStrike"/>
                        <a:t>Filme 6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50" u="none" cap="none" strike="noStrike"/>
                        <a:t>U1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5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5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5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50" u="none" cap="none" strike="noStrike"/>
                        <a:t>U2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5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5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50" u="none" cap="none" strike="noStrike"/>
                        <a:t>U3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5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5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5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50" u="none" cap="none" strike="noStrike"/>
                        <a:t>U4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5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5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50" u="none" cap="none" strike="noStrike"/>
                        <a:t>U5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5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5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50" u="none" cap="none" strike="noStrike"/>
                        <a:t>U6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5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5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238" name="Google Shape;238;p24"/>
          <p:cNvSpPr txBox="1"/>
          <p:nvPr>
            <p:ph idx="1" type="subTitle"/>
          </p:nvPr>
        </p:nvSpPr>
        <p:spPr>
          <a:xfrm>
            <a:off x="674700" y="1500025"/>
            <a:ext cx="9448800" cy="124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E9B"/>
              </a:buClr>
              <a:buSzPts val="3500"/>
              <a:buFont typeface="Noto Sans Symbols"/>
              <a:buNone/>
            </a:pPr>
            <a:r>
              <a:rPr lang="pt-BR" sz="2400"/>
              <a:t>Quanto maior a quantidade de ratings disponível para um usuário, mais fácil será de fazer predições robustas sobre o comportamento futuro do usuário.</a:t>
            </a:r>
            <a:br>
              <a:rPr lang="pt-BR" sz="2400"/>
            </a:br>
            <a:endParaRPr sz="2400"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5"/>
          <p:cNvSpPr txBox="1"/>
          <p:nvPr>
            <p:ph type="ctrTitle"/>
          </p:nvPr>
        </p:nvSpPr>
        <p:spPr>
          <a:xfrm>
            <a:off x="568229" y="-1"/>
            <a:ext cx="10960200" cy="119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</a:pPr>
            <a:r>
              <a:rPr lang="pt-BR"/>
              <a:t>Objetivos</a:t>
            </a:r>
            <a:endParaRPr/>
          </a:p>
        </p:txBody>
      </p:sp>
      <p:sp>
        <p:nvSpPr>
          <p:cNvPr id="244" name="Google Shape;244;p25"/>
          <p:cNvSpPr/>
          <p:nvPr/>
        </p:nvSpPr>
        <p:spPr>
          <a:xfrm>
            <a:off x="14889194" y="1652109"/>
            <a:ext cx="5469000" cy="1574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20000" y="22500"/>
                </a:lnTo>
                <a:lnTo>
                  <a:pt x="-56000" y="135000"/>
                </a:lnTo>
              </a:path>
            </a:pathLst>
          </a:custGeom>
          <a:solidFill>
            <a:schemeClr val="lt1"/>
          </a:solidFill>
          <a:ln cap="flat" cmpd="sng" w="12700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4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SLIDE PARA TEXTO CORRIDO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OBS: NÃO É ACONSELHÁVEL COLOCAR</a:t>
            </a:r>
            <a:b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MUITO TEXTO NOS SLIDES</a:t>
            </a:r>
            <a:endParaRPr/>
          </a:p>
        </p:txBody>
      </p:sp>
      <p:sp>
        <p:nvSpPr>
          <p:cNvPr id="245" name="Google Shape;245;p25"/>
          <p:cNvSpPr txBox="1"/>
          <p:nvPr>
            <p:ph idx="1" type="subTitle"/>
          </p:nvPr>
        </p:nvSpPr>
        <p:spPr>
          <a:xfrm>
            <a:off x="674700" y="1500025"/>
            <a:ext cx="9448800" cy="46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E9B"/>
              </a:buClr>
              <a:buSzPts val="3500"/>
              <a:buFont typeface="Noto Sans Symbols"/>
              <a:buNone/>
            </a:pPr>
            <a:r>
              <a:rPr lang="pt-BR" sz="2400"/>
              <a:t>Se a recomendação for correta, os sistemas de recomendação podem chamar a atenção dos usuários para diversos itens.</a:t>
            </a:r>
            <a:endParaRPr sz="2400"/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E9B"/>
              </a:buClr>
              <a:buSzPts val="3500"/>
              <a:buFont typeface="Noto Sans Symbols"/>
              <a:buNone/>
            </a:pPr>
            <a:br>
              <a:rPr lang="pt-BR" sz="2400"/>
            </a:br>
            <a:r>
              <a:rPr lang="pt-BR" sz="2400"/>
              <a:t>	Aumento no volume de vendas e no lucro.</a:t>
            </a:r>
            <a:endParaRPr sz="2400"/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E9B"/>
              </a:buClr>
              <a:buSzPts val="3500"/>
              <a:buFont typeface="Noto Sans Symbols"/>
              <a:buNone/>
            </a:pPr>
            <a:br>
              <a:rPr lang="pt-BR" sz="2400"/>
            </a:br>
            <a:r>
              <a:rPr lang="pt-BR" sz="2400"/>
              <a:t>	Aumento no número de visitas a um página.</a:t>
            </a:r>
            <a:endParaRPr sz="2400"/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E9B"/>
              </a:buClr>
              <a:buSzPts val="3500"/>
              <a:buFont typeface="Noto Sans Symbols"/>
              <a:buNone/>
            </a:pPr>
            <a:br>
              <a:rPr lang="pt-BR" sz="2400"/>
            </a:br>
            <a:r>
              <a:rPr lang="pt-BR" sz="2400"/>
              <a:t>	Aumento no número de cliques em propagandas.</a:t>
            </a:r>
            <a:br>
              <a:rPr lang="pt-BR" sz="2400"/>
            </a:br>
            <a:br>
              <a:rPr lang="pt-BR" sz="2400"/>
            </a:br>
            <a:endParaRPr sz="2400"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6"/>
          <p:cNvSpPr txBox="1"/>
          <p:nvPr>
            <p:ph type="ctrTitle"/>
          </p:nvPr>
        </p:nvSpPr>
        <p:spPr>
          <a:xfrm>
            <a:off x="568229" y="-1"/>
            <a:ext cx="10960200" cy="119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</a:pPr>
            <a:r>
              <a:rPr lang="pt-BR"/>
              <a:t>Objetivos</a:t>
            </a:r>
            <a:endParaRPr/>
          </a:p>
        </p:txBody>
      </p:sp>
      <p:sp>
        <p:nvSpPr>
          <p:cNvPr id="251" name="Google Shape;251;p26"/>
          <p:cNvSpPr/>
          <p:nvPr/>
        </p:nvSpPr>
        <p:spPr>
          <a:xfrm>
            <a:off x="14889194" y="1652109"/>
            <a:ext cx="5469000" cy="1574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20000" y="22500"/>
                </a:lnTo>
                <a:lnTo>
                  <a:pt x="-56000" y="135000"/>
                </a:lnTo>
              </a:path>
            </a:pathLst>
          </a:custGeom>
          <a:solidFill>
            <a:schemeClr val="lt1"/>
          </a:solidFill>
          <a:ln cap="flat" cmpd="sng" w="12700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4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SLIDE PARA TEXTO CORRIDO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OBS: NÃO É ACONSELHÁVEL COLOCAR</a:t>
            </a:r>
            <a:b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MUITO TEXTO NOS SLIDES</a:t>
            </a:r>
            <a:endParaRPr/>
          </a:p>
        </p:txBody>
      </p:sp>
      <p:sp>
        <p:nvSpPr>
          <p:cNvPr id="252" name="Google Shape;252;p26"/>
          <p:cNvSpPr txBox="1"/>
          <p:nvPr>
            <p:ph idx="1" type="subTitle"/>
          </p:nvPr>
        </p:nvSpPr>
        <p:spPr>
          <a:xfrm>
            <a:off x="674700" y="1500025"/>
            <a:ext cx="8113200" cy="46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E9B"/>
              </a:buClr>
              <a:buSzPts val="3500"/>
              <a:buFont typeface="Noto Sans Symbols"/>
              <a:buNone/>
            </a:pPr>
            <a:r>
              <a:rPr lang="pt-BR" sz="2400"/>
              <a:t>Relevância: recomendar itens relevantes para os usuário.</a:t>
            </a:r>
            <a:endParaRPr sz="2400"/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E9B"/>
              </a:buClr>
              <a:buSzPts val="3500"/>
              <a:buFont typeface="Noto Sans Symbols"/>
              <a:buNone/>
            </a:pPr>
            <a:br>
              <a:rPr lang="pt-BR" sz="2400"/>
            </a:br>
            <a:r>
              <a:rPr lang="pt-BR" sz="2400"/>
              <a:t>	Novidade: recomendar itens que não tiveram interação no passado</a:t>
            </a:r>
            <a:endParaRPr sz="2400"/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E9B"/>
              </a:buClr>
              <a:buSzPts val="3500"/>
              <a:buFont typeface="Noto Sans Symbols"/>
              <a:buNone/>
            </a:pPr>
            <a:br>
              <a:rPr lang="pt-BR" sz="2400"/>
            </a:br>
            <a:r>
              <a:rPr lang="pt-BR" sz="2400"/>
              <a:t>	Acaso: recomendar itens inesperados. </a:t>
            </a:r>
            <a:endParaRPr sz="2400"/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E9B"/>
              </a:buClr>
              <a:buSzPts val="3500"/>
              <a:buFont typeface="Noto Sans Symbols"/>
              <a:buNone/>
            </a:pPr>
            <a:br>
              <a:rPr lang="pt-BR" sz="2400"/>
            </a:br>
            <a:r>
              <a:rPr lang="pt-BR" sz="2400"/>
              <a:t>	Diversidade: itens muito similares em geral são os top-k itens</a:t>
            </a:r>
            <a:br>
              <a:rPr lang="pt-BR" sz="2400"/>
            </a:br>
            <a:br>
              <a:rPr lang="pt-BR" sz="2400"/>
            </a:br>
            <a:br>
              <a:rPr lang="pt-BR" sz="2400"/>
            </a:br>
            <a:endParaRPr sz="2400"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7"/>
          <p:cNvSpPr txBox="1"/>
          <p:nvPr>
            <p:ph type="ctrTitle"/>
          </p:nvPr>
        </p:nvSpPr>
        <p:spPr>
          <a:xfrm>
            <a:off x="568229" y="-1"/>
            <a:ext cx="10960200" cy="119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</a:pPr>
            <a:r>
              <a:rPr lang="pt-BR"/>
              <a:t>Exemplos</a:t>
            </a:r>
            <a:endParaRPr/>
          </a:p>
        </p:txBody>
      </p:sp>
      <p:sp>
        <p:nvSpPr>
          <p:cNvPr id="258" name="Google Shape;258;p27"/>
          <p:cNvSpPr/>
          <p:nvPr/>
        </p:nvSpPr>
        <p:spPr>
          <a:xfrm>
            <a:off x="14889194" y="1652109"/>
            <a:ext cx="5469000" cy="1574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20000" y="22500"/>
                </a:lnTo>
                <a:lnTo>
                  <a:pt x="-56000" y="135000"/>
                </a:lnTo>
              </a:path>
            </a:pathLst>
          </a:custGeom>
          <a:solidFill>
            <a:schemeClr val="lt1"/>
          </a:solidFill>
          <a:ln cap="flat" cmpd="sng" w="12700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4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SLIDE PARA TEXTO CORRIDO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OBS: NÃO É ACONSELHÁVEL COLOCAR</a:t>
            </a:r>
            <a:b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MUITO TEXTO NOS SLIDES</a:t>
            </a:r>
            <a:endParaRPr/>
          </a:p>
        </p:txBody>
      </p:sp>
      <p:pic>
        <p:nvPicPr>
          <p:cNvPr id="259" name="Google Shape;25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4704" y="1197299"/>
            <a:ext cx="5581946" cy="17808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8225" y="3437926"/>
            <a:ext cx="3594667" cy="99902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4700" y="5155036"/>
            <a:ext cx="4571997" cy="10695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m para amazon.com" id="262" name="Google Shape;262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02986" y="3607878"/>
            <a:ext cx="2771800" cy="5586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m para grouplens" id="263" name="Google Shape;263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374767" y="1432804"/>
            <a:ext cx="1944216" cy="7543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8"/>
          <p:cNvSpPr txBox="1"/>
          <p:nvPr>
            <p:ph type="ctrTitle"/>
          </p:nvPr>
        </p:nvSpPr>
        <p:spPr>
          <a:xfrm>
            <a:off x="544286" y="2235200"/>
            <a:ext cx="6008914" cy="23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4500"/>
              <a:buFont typeface="Calibri"/>
              <a:buNone/>
            </a:pPr>
            <a:r>
              <a:rPr lang="pt-BR"/>
              <a:t>Leitura Interessante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4500"/>
              <a:buFont typeface="Calibri"/>
              <a:buNone/>
            </a:pPr>
            <a:r>
              <a:rPr lang="pt-BR"/>
              <a:t>Página do Grouplens</a:t>
            </a:r>
            <a:endParaRPr/>
          </a:p>
        </p:txBody>
      </p:sp>
      <p:sp>
        <p:nvSpPr>
          <p:cNvPr id="269" name="Google Shape;269;p28"/>
          <p:cNvSpPr/>
          <p:nvPr/>
        </p:nvSpPr>
        <p:spPr>
          <a:xfrm>
            <a:off x="14889194" y="1652109"/>
            <a:ext cx="5469146" cy="157417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20000" y="22500"/>
                </a:lnTo>
                <a:lnTo>
                  <a:pt x="-56000" y="135000"/>
                </a:lnTo>
              </a:path>
            </a:pathLst>
          </a:custGeom>
          <a:solidFill>
            <a:schemeClr val="lt1"/>
          </a:solidFill>
          <a:ln cap="flat" cmpd="sng" w="12700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4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SLIDE PARA PERGUNTAS</a:t>
            </a:r>
            <a:endParaRPr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9"/>
          <p:cNvSpPr txBox="1"/>
          <p:nvPr>
            <p:ph type="ctrTitle"/>
          </p:nvPr>
        </p:nvSpPr>
        <p:spPr>
          <a:xfrm>
            <a:off x="572583" y="1861471"/>
            <a:ext cx="5926187" cy="21085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3200"/>
              <a:buFont typeface="Calibri"/>
              <a:buNone/>
            </a:pPr>
            <a:r>
              <a:rPr lang="pt-BR"/>
              <a:t>Dúvidas?</a:t>
            </a:r>
            <a:endParaRPr/>
          </a:p>
        </p:txBody>
      </p:sp>
      <p:sp>
        <p:nvSpPr>
          <p:cNvPr id="275" name="Google Shape;275;p29"/>
          <p:cNvSpPr txBox="1"/>
          <p:nvPr>
            <p:ph idx="1" type="subTitle"/>
          </p:nvPr>
        </p:nvSpPr>
        <p:spPr>
          <a:xfrm>
            <a:off x="561698" y="4231651"/>
            <a:ext cx="5882642" cy="736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276" name="Google Shape;276;p29"/>
          <p:cNvSpPr/>
          <p:nvPr/>
        </p:nvSpPr>
        <p:spPr>
          <a:xfrm>
            <a:off x="14889194" y="473533"/>
            <a:ext cx="5469146" cy="157417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20000" y="22500"/>
                </a:lnTo>
                <a:lnTo>
                  <a:pt x="-56000" y="135000"/>
                </a:lnTo>
              </a:path>
            </a:pathLst>
          </a:custGeom>
          <a:solidFill>
            <a:schemeClr val="lt1"/>
          </a:solidFill>
          <a:ln cap="flat" cmpd="sng" w="12700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4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SLIDE PARA CITAÇÕES</a:t>
            </a:r>
            <a:endParaRPr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0"/>
          <p:cNvSpPr/>
          <p:nvPr/>
        </p:nvSpPr>
        <p:spPr>
          <a:xfrm>
            <a:off x="14889194" y="473533"/>
            <a:ext cx="5469146" cy="157417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20000" y="22500"/>
                </a:lnTo>
                <a:lnTo>
                  <a:pt x="-56000" y="135000"/>
                </a:lnTo>
              </a:path>
            </a:pathLst>
          </a:custGeom>
          <a:solidFill>
            <a:schemeClr val="lt1"/>
          </a:solidFill>
          <a:ln cap="flat" cmpd="sng" w="12700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4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SLIDE DE ENCERRAMENTO</a:t>
            </a:r>
            <a:endParaRPr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CAPA ENCERRAMENTO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Personalizar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exto corrido 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3_Personalizar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2_Personalizar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4_Personalizar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SLIDE TEXTO CORRIDO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Personalizar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