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2" r:id="rId4"/>
    <p:sldMasterId id="2147483653" r:id="rId5"/>
    <p:sldMasterId id="2147483654" r:id="rId6"/>
    <p:sldMasterId id="2147483655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00">
          <p15:clr>
            <a:srgbClr val="000000"/>
          </p15:clr>
        </p15:guide>
        <p15:guide id="2" orient="horz" pos="3825">
          <p15:clr>
            <a:srgbClr val="000000"/>
          </p15:clr>
        </p15:guide>
        <p15:guide id="3" pos="7262">
          <p15:clr>
            <a:srgbClr val="000000"/>
          </p15:clr>
        </p15:guide>
        <p15:guide id="4" pos="425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00" orient="horz"/>
        <p:guide pos="3825" orient="horz"/>
        <p:guide pos="7262"/>
        <p:guide pos="425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10.xml"/><Relationship Id="rId7" Type="http://schemas.openxmlformats.org/officeDocument/2006/relationships/slideMaster" Target="slideMasters/slideMaster4.xml"/><Relationship Id="rId8" Type="http://schemas.openxmlformats.org/officeDocument/2006/relationships/notesMaster" Target="notesMasters/notesMaster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4e8c026b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4e8c026b4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4e8c026b4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4e8c026b4f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e8c026b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4e8c026b4f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4e8c026b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4e8c026b4f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e8c026b4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4e8c026b4f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4e8c026b4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4e8c026b4f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e8c026b4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4e8c026b4f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 txBox="1"/>
          <p:nvPr>
            <p:ph type="ctrTitle"/>
          </p:nvPr>
        </p:nvSpPr>
        <p:spPr>
          <a:xfrm>
            <a:off x="576938" y="2362200"/>
            <a:ext cx="6141720" cy="11582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2"/>
          <p:cNvSpPr txBox="1"/>
          <p:nvPr>
            <p:ph idx="1" type="subTitle"/>
          </p:nvPr>
        </p:nvSpPr>
        <p:spPr>
          <a:xfrm>
            <a:off x="561698" y="3429000"/>
            <a:ext cx="61569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2500"/>
              <a:buFont typeface="Arial"/>
              <a:buNone/>
              <a:defRPr b="0" i="0" sz="2500" u="none" cap="none" strike="noStrike">
                <a:solidFill>
                  <a:srgbClr val="00A1B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>
        <p15:guide id="1" pos="46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LIDE IMAGENS E QUADRO">
  <p:cSld name="SLIDE IMAGENS E QUADRO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"/>
          <p:cNvSpPr txBox="1"/>
          <p:nvPr>
            <p:ph idx="1" type="subTitle"/>
          </p:nvPr>
        </p:nvSpPr>
        <p:spPr>
          <a:xfrm>
            <a:off x="1469570" y="5855398"/>
            <a:ext cx="9144000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4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A ENCERRAMENTO">
  <p:cSld name="CAPA ENCERRAMENTO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exto corrido 2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  <a:defRPr b="1" i="0" sz="5000" u="none" cap="none" strike="noStrike">
                <a:solidFill>
                  <a:srgbClr val="00353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1" name="Google Shape;101;p8"/>
          <p:cNvSpPr txBox="1"/>
          <p:nvPr>
            <p:ph idx="1" type="subTitle"/>
          </p:nvPr>
        </p:nvSpPr>
        <p:spPr>
          <a:xfrm>
            <a:off x="576940" y="1524000"/>
            <a:ext cx="9144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/>
          <a:lstStyle>
            <a:lvl1pPr lv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  <a:defRPr b="0" i="0" sz="3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3.png"/><Relationship Id="rId13" Type="http://schemas.openxmlformats.org/officeDocument/2006/relationships/image" Target="../media/image7.png"/><Relationship Id="rId12" Type="http://schemas.openxmlformats.org/officeDocument/2006/relationships/image" Target="../media/image14.png"/><Relationship Id="rId1" Type="http://schemas.openxmlformats.org/officeDocument/2006/relationships/image" Target="../media/image8.png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9.png"/><Relationship Id="rId15" Type="http://schemas.openxmlformats.org/officeDocument/2006/relationships/theme" Target="../theme/theme4.xml"/><Relationship Id="rId14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6" Type="http://schemas.openxmlformats.org/officeDocument/2006/relationships/image" Target="../media/image15.png"/><Relationship Id="rId7" Type="http://schemas.openxmlformats.org/officeDocument/2006/relationships/image" Target="../media/image1.png"/><Relationship Id="rId8" Type="http://schemas.openxmlformats.org/officeDocument/2006/relationships/image" Target="../media/image2.png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image" Target="../media/image32.png"/><Relationship Id="rId11" Type="http://schemas.openxmlformats.org/officeDocument/2006/relationships/image" Target="../media/image18.png"/><Relationship Id="rId22" Type="http://schemas.openxmlformats.org/officeDocument/2006/relationships/image" Target="../media/image35.png"/><Relationship Id="rId10" Type="http://schemas.openxmlformats.org/officeDocument/2006/relationships/image" Target="../media/image27.png"/><Relationship Id="rId21" Type="http://schemas.openxmlformats.org/officeDocument/2006/relationships/image" Target="../media/image34.png"/><Relationship Id="rId13" Type="http://schemas.openxmlformats.org/officeDocument/2006/relationships/image" Target="../media/image16.png"/><Relationship Id="rId24" Type="http://schemas.openxmlformats.org/officeDocument/2006/relationships/theme" Target="../theme/theme2.xml"/><Relationship Id="rId12" Type="http://schemas.openxmlformats.org/officeDocument/2006/relationships/image" Target="../media/image20.png"/><Relationship Id="rId23" Type="http://schemas.openxmlformats.org/officeDocument/2006/relationships/slideLayout" Target="../slideLayouts/slideLayout2.xml"/><Relationship Id="rId1" Type="http://schemas.openxmlformats.org/officeDocument/2006/relationships/image" Target="../media/image8.png"/><Relationship Id="rId2" Type="http://schemas.openxmlformats.org/officeDocument/2006/relationships/image" Target="../media/image10.pn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15" Type="http://schemas.openxmlformats.org/officeDocument/2006/relationships/image" Target="../media/image22.png"/><Relationship Id="rId14" Type="http://schemas.openxmlformats.org/officeDocument/2006/relationships/image" Target="../media/image24.png"/><Relationship Id="rId17" Type="http://schemas.openxmlformats.org/officeDocument/2006/relationships/image" Target="../media/image25.png"/><Relationship Id="rId16" Type="http://schemas.openxmlformats.org/officeDocument/2006/relationships/image" Target="../media/image26.png"/><Relationship Id="rId5" Type="http://schemas.openxmlformats.org/officeDocument/2006/relationships/image" Target="../media/image17.png"/><Relationship Id="rId19" Type="http://schemas.openxmlformats.org/officeDocument/2006/relationships/image" Target="../media/image30.png"/><Relationship Id="rId6" Type="http://schemas.openxmlformats.org/officeDocument/2006/relationships/image" Target="../media/image31.png"/><Relationship Id="rId18" Type="http://schemas.openxmlformats.org/officeDocument/2006/relationships/image" Target="../media/image29.png"/><Relationship Id="rId7" Type="http://schemas.openxmlformats.org/officeDocument/2006/relationships/image" Target="../media/image21.png"/><Relationship Id="rId8" Type="http://schemas.openxmlformats.org/officeDocument/2006/relationships/image" Target="../media/image23.png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image" Target="../media/image46.png"/><Relationship Id="rId11" Type="http://schemas.openxmlformats.org/officeDocument/2006/relationships/image" Target="../media/image47.png"/><Relationship Id="rId22" Type="http://schemas.openxmlformats.org/officeDocument/2006/relationships/theme" Target="../theme/theme3.xml"/><Relationship Id="rId10" Type="http://schemas.openxmlformats.org/officeDocument/2006/relationships/image" Target="../media/image40.png"/><Relationship Id="rId21" Type="http://schemas.openxmlformats.org/officeDocument/2006/relationships/slideLayout" Target="../slideLayouts/slideLayout3.xml"/><Relationship Id="rId13" Type="http://schemas.openxmlformats.org/officeDocument/2006/relationships/image" Target="../media/image49.png"/><Relationship Id="rId12" Type="http://schemas.openxmlformats.org/officeDocument/2006/relationships/image" Target="../media/image19.png"/><Relationship Id="rId1" Type="http://schemas.openxmlformats.org/officeDocument/2006/relationships/image" Target="../media/image45.png"/><Relationship Id="rId2" Type="http://schemas.openxmlformats.org/officeDocument/2006/relationships/image" Target="../media/image36.png"/><Relationship Id="rId3" Type="http://schemas.openxmlformats.org/officeDocument/2006/relationships/image" Target="../media/image42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15" Type="http://schemas.openxmlformats.org/officeDocument/2006/relationships/image" Target="../media/image43.png"/><Relationship Id="rId14" Type="http://schemas.openxmlformats.org/officeDocument/2006/relationships/image" Target="../media/image50.png"/><Relationship Id="rId17" Type="http://schemas.openxmlformats.org/officeDocument/2006/relationships/image" Target="../media/image3.png"/><Relationship Id="rId16" Type="http://schemas.openxmlformats.org/officeDocument/2006/relationships/image" Target="../media/image9.png"/><Relationship Id="rId5" Type="http://schemas.openxmlformats.org/officeDocument/2006/relationships/image" Target="../media/image41.png"/><Relationship Id="rId19" Type="http://schemas.openxmlformats.org/officeDocument/2006/relationships/image" Target="../media/image14.png"/><Relationship Id="rId6" Type="http://schemas.openxmlformats.org/officeDocument/2006/relationships/image" Target="../media/image39.png"/><Relationship Id="rId18" Type="http://schemas.openxmlformats.org/officeDocument/2006/relationships/image" Target="../media/image44.png"/><Relationship Id="rId7" Type="http://schemas.openxmlformats.org/officeDocument/2006/relationships/image" Target="../media/image38.png"/><Relationship Id="rId8" Type="http://schemas.openxmlformats.org/officeDocument/2006/relationships/image" Target="../media/image48.png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4.png"/><Relationship Id="rId10" Type="http://schemas.openxmlformats.org/officeDocument/2006/relationships/image" Target="../media/image56.png"/><Relationship Id="rId13" Type="http://schemas.openxmlformats.org/officeDocument/2006/relationships/image" Target="../media/image65.png"/><Relationship Id="rId12" Type="http://schemas.openxmlformats.org/officeDocument/2006/relationships/image" Target="../media/image59.png"/><Relationship Id="rId1" Type="http://schemas.openxmlformats.org/officeDocument/2006/relationships/image" Target="../media/image51.png"/><Relationship Id="rId2" Type="http://schemas.openxmlformats.org/officeDocument/2006/relationships/image" Target="../media/image62.png"/><Relationship Id="rId3" Type="http://schemas.openxmlformats.org/officeDocument/2006/relationships/image" Target="../media/image53.png"/><Relationship Id="rId4" Type="http://schemas.openxmlformats.org/officeDocument/2006/relationships/image" Target="../media/image57.png"/><Relationship Id="rId9" Type="http://schemas.openxmlformats.org/officeDocument/2006/relationships/image" Target="../media/image61.png"/><Relationship Id="rId15" Type="http://schemas.openxmlformats.org/officeDocument/2006/relationships/theme" Target="../theme/theme5.xml"/><Relationship Id="rId14" Type="http://schemas.openxmlformats.org/officeDocument/2006/relationships/slideLayout" Target="../slideLayouts/slideLayout4.xml"/><Relationship Id="rId5" Type="http://schemas.openxmlformats.org/officeDocument/2006/relationships/image" Target="../media/image58.png"/><Relationship Id="rId6" Type="http://schemas.openxmlformats.org/officeDocument/2006/relationships/image" Target="../media/image55.png"/><Relationship Id="rId7" Type="http://schemas.openxmlformats.org/officeDocument/2006/relationships/image" Target="../media/image52.png"/><Relationship Id="rId8" Type="http://schemas.openxmlformats.org/officeDocument/2006/relationships/image" Target="../media/image60.png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7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2450" y="1901825"/>
            <a:ext cx="6559550" cy="305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72300" y="1082675"/>
            <a:ext cx="4724400" cy="47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83500" y="2124075"/>
            <a:ext cx="3308350" cy="30289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8166100" y="1577975"/>
            <a:ext cx="2343150" cy="2584450"/>
            <a:chOff x="8166100" y="1047750"/>
            <a:chExt cx="2343150" cy="2584450"/>
          </a:xfrm>
        </p:grpSpPr>
        <p:pic>
          <p:nvPicPr>
            <p:cNvPr id="12" name="Google Shape;12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8166100" y="1593850"/>
              <a:ext cx="2343150" cy="2038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13;p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378825" y="1047750"/>
              <a:ext cx="1917700" cy="2565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" name="Google Shape;14;p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51875" y="1958975"/>
            <a:ext cx="13716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385050" y="23717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88200" y="51720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614150" y="498792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334750" y="1704975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956550" y="1349375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1176000" y="5197475"/>
            <a:ext cx="317500" cy="31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055350" y="1349375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346950" y="4791075"/>
            <a:ext cx="241300" cy="2413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6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450" y="4381500"/>
            <a:ext cx="38100" cy="38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" name="Google Shape;30;p3"/>
          <p:cNvGrpSpPr/>
          <p:nvPr/>
        </p:nvGrpSpPr>
        <p:grpSpPr>
          <a:xfrm>
            <a:off x="-64394" y="-63500"/>
            <a:ext cx="12320788" cy="3644900"/>
            <a:chOff x="0" y="0"/>
            <a:chExt cx="12192000" cy="3606800"/>
          </a:xfrm>
        </p:grpSpPr>
        <p:pic>
          <p:nvPicPr>
            <p:cNvPr id="31" name="Google Shape;31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758950" y="0"/>
              <a:ext cx="10433050" cy="360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32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0420350" cy="3606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33" name="Google Shape;3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47250" y="2842683"/>
            <a:ext cx="13906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96600" y="1079500"/>
            <a:ext cx="831850" cy="73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46016" y="2349500"/>
            <a:ext cx="7239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1850" y="3390900"/>
            <a:ext cx="1263650" cy="120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333064" y="3972983"/>
            <a:ext cx="1282700" cy="157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92100" y="4413250"/>
            <a:ext cx="2165350" cy="252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58750" y="895350"/>
            <a:ext cx="1085850" cy="74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17150" y="5448300"/>
            <a:ext cx="1835150" cy="139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893962" y="3336925"/>
            <a:ext cx="9525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1289661" y="3051175"/>
            <a:ext cx="120650" cy="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031179" y="2563283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52617" y="3832045"/>
            <a:ext cx="95250" cy="10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6114" y="4386262"/>
            <a:ext cx="1206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p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352550" y="1771650"/>
            <a:ext cx="107950" cy="10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7312" y="3317875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479550" y="17462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913012" y="3502025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369914" y="4360862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1005779" y="2741083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" name="Google Shape;52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257911" y="318452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1685967" y="3959045"/>
            <a:ext cx="31750" cy="3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11709400" y="2870200"/>
            <a:ext cx="19050" cy="1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1368983" y="-196850"/>
            <a:ext cx="9474200" cy="7131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3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5822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20750" y="952500"/>
            <a:ext cx="9721850" cy="446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4700" y="2476500"/>
            <a:ext cx="1949450" cy="1123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1750" y="2794000"/>
            <a:ext cx="252730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3450" y="863600"/>
            <a:ext cx="21399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52000" y="4476750"/>
            <a:ext cx="1962150" cy="132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155950" y="1543050"/>
            <a:ext cx="5791200" cy="427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013200" y="571500"/>
            <a:ext cx="4146550" cy="373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187700" y="4311650"/>
            <a:ext cx="1568450" cy="1492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34450" y="5099050"/>
            <a:ext cx="120650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28000" y="4127500"/>
            <a:ext cx="1111250" cy="16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71000" y="117475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226550" y="90805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676400" y="2705100"/>
            <a:ext cx="82550" cy="8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625600" y="22225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060950" y="1511300"/>
            <a:ext cx="2171700" cy="215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544300" y="1797050"/>
            <a:ext cx="38100" cy="3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8832850" y="9906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11645900" y="1905000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1758950" y="235585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5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217150" y="4006850"/>
            <a:ext cx="647700" cy="9207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1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9753600" y="4356100"/>
            <a:ext cx="243840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814050" y="2476500"/>
            <a:ext cx="1377950" cy="216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04650" y="841375"/>
            <a:ext cx="387350" cy="781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45850" y="4864100"/>
            <a:ext cx="946150" cy="198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579100" y="5162550"/>
            <a:ext cx="1301750" cy="90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334750" y="2851150"/>
            <a:ext cx="85725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883900" y="3143250"/>
            <a:ext cx="10160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496550" y="6153150"/>
            <a:ext cx="1466850" cy="70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563350" y="1837870"/>
            <a:ext cx="69850" cy="6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71150" y="635000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496550" y="5099050"/>
            <a:ext cx="50800" cy="5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591800" y="4984750"/>
            <a:ext cx="254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1449050" y="4572000"/>
            <a:ext cx="44450" cy="4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303000" y="185692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1506200" y="4343400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236200" y="6197600"/>
            <a:ext cx="190500" cy="190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4"/>
  </p:sldLayoutIdLst>
  <mc:AlternateContent>
    <mc:Choice Requires="p14">
      <p:transition p14:dur="250">
        <p:fade/>
      </p:transition>
    </mc:Choice>
    <mc:Fallback>
      <p:transition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2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657">
          <p15:clr>
            <a:srgbClr val="F26B43"/>
          </p15:clr>
        </p15:guide>
        <p15:guide id="2" pos="48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3.png"/><Relationship Id="rId4" Type="http://schemas.openxmlformats.org/officeDocument/2006/relationships/image" Target="../media/image6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6.jpg"/><Relationship Id="rId4" Type="http://schemas.openxmlformats.org/officeDocument/2006/relationships/image" Target="../media/image64.jpg"/><Relationship Id="rId5" Type="http://schemas.openxmlformats.org/officeDocument/2006/relationships/image" Target="../media/image71.jpg"/><Relationship Id="rId6" Type="http://schemas.openxmlformats.org/officeDocument/2006/relationships/image" Target="../media/image67.jpg"/><Relationship Id="rId7" Type="http://schemas.openxmlformats.org/officeDocument/2006/relationships/image" Target="../media/image6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0.png"/><Relationship Id="rId4" Type="http://schemas.openxmlformats.org/officeDocument/2006/relationships/image" Target="../media/image76.jpg"/><Relationship Id="rId5" Type="http://schemas.openxmlformats.org/officeDocument/2006/relationships/image" Target="../media/image7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3.jpg"/><Relationship Id="rId4" Type="http://schemas.openxmlformats.org/officeDocument/2006/relationships/image" Target="../media/image8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2.jpg"/><Relationship Id="rId4" Type="http://schemas.openxmlformats.org/officeDocument/2006/relationships/image" Target="../media/image7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3.jpg"/><Relationship Id="rId4" Type="http://schemas.openxmlformats.org/officeDocument/2006/relationships/image" Target="../media/image8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0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Relationship Id="rId6" Type="http://schemas.openxmlformats.org/officeDocument/2006/relationships/image" Target="../media/image7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ctrTitle"/>
          </p:nvPr>
        </p:nvSpPr>
        <p:spPr>
          <a:xfrm>
            <a:off x="576938" y="2950028"/>
            <a:ext cx="6141720" cy="8942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A</a:t>
            </a:r>
            <a:r>
              <a:rPr lang="pt-BR"/>
              <a:t>plicações de FCDs</a:t>
            </a:r>
            <a:endParaRPr/>
          </a:p>
        </p:txBody>
      </p:sp>
      <p:sp>
        <p:nvSpPr>
          <p:cNvPr id="107" name="Google Shape;107;p9"/>
          <p:cNvSpPr txBox="1"/>
          <p:nvPr>
            <p:ph idx="1" type="subTitle"/>
          </p:nvPr>
        </p:nvSpPr>
        <p:spPr>
          <a:xfrm>
            <a:off x="561700" y="3752850"/>
            <a:ext cx="64893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2500"/>
              <a:buNone/>
            </a:pPr>
            <a:r>
              <a:rPr lang="pt-BR"/>
              <a:t>Pedro Kássio Ribeiro Matos Loureiro de Carvalho</a:t>
            </a:r>
            <a:endParaRPr/>
          </a:p>
        </p:txBody>
      </p:sp>
      <p:sp>
        <p:nvSpPr>
          <p:cNvPr id="108" name="Google Shape;108;p9"/>
          <p:cNvSpPr/>
          <p:nvPr/>
        </p:nvSpPr>
        <p:spPr>
          <a:xfrm>
            <a:off x="14095988" y="2133496"/>
            <a:ext cx="3580222" cy="103398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CAPA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idx="1" type="subTitle"/>
          </p:nvPr>
        </p:nvSpPr>
        <p:spPr>
          <a:xfrm>
            <a:off x="1371601" y="6149320"/>
            <a:ext cx="9481456" cy="512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14" name="Google Shape;114;p10"/>
          <p:cNvSpPr txBox="1"/>
          <p:nvPr>
            <p:ph type="ctrTitle"/>
          </p:nvPr>
        </p:nvSpPr>
        <p:spPr>
          <a:xfrm>
            <a:off x="1371599" y="1"/>
            <a:ext cx="9481457" cy="12083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Redes de Telecomunicações</a:t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14889194" y="1652109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redes de telecomunicações" id="116" name="Google Shape;11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7773" y="1798652"/>
            <a:ext cx="3944350" cy="2439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redes de telecomunicações" id="117" name="Google Shape;11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8948" y="1795477"/>
            <a:ext cx="4586324" cy="243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23" name="Google Shape;123;p11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Finanças</a:t>
            </a:r>
            <a:endParaRPr/>
          </a:p>
        </p:txBody>
      </p:sp>
      <p:sp>
        <p:nvSpPr>
          <p:cNvPr id="124" name="Google Shape;124;p11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transação bancária" id="125" name="Google Shape;12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30637" y="3610300"/>
            <a:ext cx="3022456" cy="2273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internet banking" id="126" name="Google Shape;12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41025" y="2130750"/>
            <a:ext cx="3502025" cy="16510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caixa eletronico" id="127" name="Google Shape;12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075" y="1208412"/>
            <a:ext cx="3836986" cy="2128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bolsa de valores" id="128" name="Google Shape;12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02888" y="4075437"/>
            <a:ext cx="2413000" cy="1808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bitcoin" id="129" name="Google Shape;12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65187" y="3907162"/>
            <a:ext cx="2519363" cy="16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2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35" name="Google Shape;135;p12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Descoberta da Evolução de uma Doença</a:t>
            </a:r>
            <a:endParaRPr/>
          </a:p>
        </p:txBody>
      </p:sp>
      <p:sp>
        <p:nvSpPr>
          <p:cNvPr id="136" name="Google Shape;136;p12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pdb" id="137" name="Google Shape;13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39250" y="2113362"/>
            <a:ext cx="2414346" cy="6392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m relacionada" id="138" name="Google Shape;13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32900" y="2996012"/>
            <a:ext cx="6518055" cy="29694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ncbi" id="139" name="Google Shape;139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84263" y="1945087"/>
            <a:ext cx="1974850" cy="974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Meteorologia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meteorologia" id="147" name="Google Shape;14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3525" y="1385624"/>
            <a:ext cx="3506813" cy="32111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meteorologia belo horizonte" id="148" name="Google Shape;14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21650" y="2830250"/>
            <a:ext cx="4662984" cy="26421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rPr lang="pt-BR"/>
              <a:t>Transações financeiras feitas por brasileiros chegam a 65 bilhões em 2016.</a:t>
            </a:r>
            <a:br>
              <a:rPr lang="pt-BR"/>
            </a:br>
            <a:r>
              <a:rPr lang="pt-BR"/>
              <a:t>Somente as consultas de saldo passaram de 7,3 bilhões em 2015 para 17,5 bilhões em 2016</a:t>
            </a:r>
            <a:br>
              <a:rPr lang="pt-BR"/>
            </a:br>
            <a:endParaRPr/>
          </a:p>
        </p:txBody>
      </p:sp>
      <p:sp>
        <p:nvSpPr>
          <p:cNvPr id="154" name="Google Shape;154;p14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Comércio</a:t>
            </a:r>
            <a:endParaRPr/>
          </a:p>
        </p:txBody>
      </p:sp>
      <p:sp>
        <p:nvSpPr>
          <p:cNvPr id="155" name="Google Shape;155;p14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comércio online" id="156" name="Google Shape;15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9650" y="2037650"/>
            <a:ext cx="3056760" cy="21763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comércio online" id="157" name="Google Shape;15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2150" y="2040825"/>
            <a:ext cx="3162920" cy="211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63" name="Google Shape;163;p15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Setor de Energia</a:t>
            </a: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smartgrid" id="165" name="Google Shape;16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84062" y="2352425"/>
            <a:ext cx="5253036" cy="26528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centro de monitoramento cemig" id="166" name="Google Shape;16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16500" y="2928687"/>
            <a:ext cx="2524140" cy="1681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subTitle"/>
          </p:nvPr>
        </p:nvSpPr>
        <p:spPr>
          <a:xfrm>
            <a:off x="1371601" y="6149320"/>
            <a:ext cx="94815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72" name="Google Shape;172;p16"/>
          <p:cNvSpPr txBox="1"/>
          <p:nvPr>
            <p:ph type="ctrTitle"/>
          </p:nvPr>
        </p:nvSpPr>
        <p:spPr>
          <a:xfrm>
            <a:off x="1371599" y="1"/>
            <a:ext cx="94815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Dispositivos Móveis</a:t>
            </a:r>
            <a:endParaRPr/>
          </a:p>
        </p:txBody>
      </p:sp>
      <p:sp>
        <p:nvSpPr>
          <p:cNvPr id="173" name="Google Shape;173;p16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IMAGENS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FOTO CENTRALIZADA</a:t>
            </a:r>
            <a:endParaRPr/>
          </a:p>
        </p:txBody>
      </p:sp>
      <p:pic>
        <p:nvPicPr>
          <p:cNvPr descr="Resultado de imagem para dispositivos móveis" id="174" name="Google Shape;17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06050" y="1328112"/>
            <a:ext cx="3757613" cy="37576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dispositivos móveis"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61037" y="1975812"/>
            <a:ext cx="3052762" cy="203390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play store" id="176" name="Google Shape;17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4062" y="4130050"/>
            <a:ext cx="1669326" cy="1179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m para app store" id="177" name="Google Shape;17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37525" y="4434850"/>
            <a:ext cx="1894881" cy="570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>
            <p:ph type="ctrTitle"/>
          </p:nvPr>
        </p:nvSpPr>
        <p:spPr>
          <a:xfrm>
            <a:off x="568230" y="0"/>
            <a:ext cx="10012800" cy="119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353D"/>
              </a:buClr>
              <a:buSzPts val="5000"/>
              <a:buFont typeface="Calibri"/>
              <a:buNone/>
            </a:pPr>
            <a:r>
              <a:rPr lang="pt-BR"/>
              <a:t>Tendência</a:t>
            </a:r>
            <a:endParaRPr/>
          </a:p>
        </p:txBody>
      </p:sp>
      <p:sp>
        <p:nvSpPr>
          <p:cNvPr id="183" name="Google Shape;183;p17"/>
          <p:cNvSpPr txBox="1"/>
          <p:nvPr>
            <p:ph idx="1" type="subTitle"/>
          </p:nvPr>
        </p:nvSpPr>
        <p:spPr>
          <a:xfrm>
            <a:off x="568225" y="1197300"/>
            <a:ext cx="9144000" cy="214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1B2"/>
              </a:buClr>
              <a:buSzPts val="3400"/>
              <a:buFont typeface="Noto Sans Symbols"/>
              <a:buNone/>
            </a:pPr>
            <a:br>
              <a:rPr lang="pt-BR" sz="2800"/>
            </a:br>
            <a:r>
              <a:rPr lang="pt-BR" sz="2800"/>
              <a:t>Com a evolução da tecnologia da informação, mais dados serão gerados e coletados constantemente.</a:t>
            </a:r>
            <a:br>
              <a:rPr lang="pt-BR"/>
            </a:br>
            <a:endParaRPr/>
          </a:p>
        </p:txBody>
      </p:sp>
      <p:sp>
        <p:nvSpPr>
          <p:cNvPr id="184" name="Google Shape;184;p17"/>
          <p:cNvSpPr/>
          <p:nvPr/>
        </p:nvSpPr>
        <p:spPr>
          <a:xfrm>
            <a:off x="14889194" y="1652109"/>
            <a:ext cx="5469000" cy="1574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PARA TEXTO CORRIDO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OBS: NÃO É ACONSELHÁVEL COLOCAR</a:t>
            </a:r>
            <a:b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18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MUITO TEXTO NOS SLIDES</a:t>
            </a:r>
            <a:endParaRPr/>
          </a:p>
        </p:txBody>
      </p:sp>
      <p:sp>
        <p:nvSpPr>
          <p:cNvPr id="185" name="Google Shape;185;p17"/>
          <p:cNvSpPr/>
          <p:nvPr/>
        </p:nvSpPr>
        <p:spPr>
          <a:xfrm>
            <a:off x="4898950" y="3226212"/>
            <a:ext cx="484200" cy="979500"/>
          </a:xfrm>
          <a:prstGeom prst="downArrow">
            <a:avLst>
              <a:gd fmla="val 16250" name="adj1"/>
              <a:gd fmla="val 50000" name="adj2"/>
            </a:avLst>
          </a:prstGeom>
          <a:solidFill>
            <a:srgbClr val="BBE0E3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7"/>
          <p:cNvSpPr/>
          <p:nvPr/>
        </p:nvSpPr>
        <p:spPr>
          <a:xfrm>
            <a:off x="3232075" y="4464462"/>
            <a:ext cx="3816300" cy="914400"/>
          </a:xfrm>
          <a:prstGeom prst="roundRect">
            <a:avLst>
              <a:gd fmla="val 16667" name="adj"/>
            </a:avLst>
          </a:prstGeom>
          <a:solidFill>
            <a:srgbClr val="BBE0E3"/>
          </a:solidFill>
          <a:ln cap="flat" cmpd="sng" w="25400">
            <a:solidFill>
              <a:srgbClr val="89A4A7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pt-BR" sz="1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Necessidade de novos algoritmos, ferramentas e infraestrutura para tratar os FCDs.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"/>
          <p:cNvSpPr/>
          <p:nvPr/>
        </p:nvSpPr>
        <p:spPr>
          <a:xfrm>
            <a:off x="14889194" y="473533"/>
            <a:ext cx="5469146" cy="157417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22500"/>
                </a:moveTo>
                <a:lnTo>
                  <a:pt x="-20000" y="22500"/>
                </a:lnTo>
                <a:lnTo>
                  <a:pt x="-56000" y="135000"/>
                </a:lnTo>
              </a:path>
            </a:pathLst>
          </a:custGeom>
          <a:solidFill>
            <a:schemeClr val="lt1"/>
          </a:solidFill>
          <a:ln cap="flat" cmpd="sng" w="1270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400" u="none" cap="none" strike="noStrike">
                <a:solidFill>
                  <a:srgbClr val="0C0C0C"/>
                </a:solidFill>
                <a:latin typeface="Calibri"/>
                <a:ea typeface="Calibri"/>
                <a:cs typeface="Calibri"/>
                <a:sym typeface="Calibri"/>
              </a:rPr>
              <a:t>SLIDE DE ENCERRAMENTO</a:t>
            </a:r>
            <a:endParaRPr/>
          </a:p>
        </p:txBody>
      </p: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 IMAGENS E QUADR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APA ENCERRAMENTO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Personalizar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Texto corrido 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