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7" r:id="rId4"/>
    <p:sldMasterId id="2147483658" r:id="rId5"/>
    <p:sldMasterId id="2147483659" r:id="rId6"/>
    <p:sldMasterId id="2147483660" r:id="rId7"/>
    <p:sldMasterId id="2147483661" r:id="rId8"/>
    <p:sldMasterId id="2147483662" r:id="rId9"/>
    <p:sldMasterId id="2147483663" r:id="rId10"/>
    <p:sldMasterId id="2147483664" r:id="rId11"/>
    <p:sldMasterId id="2147483665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7.xml"/><Relationship Id="rId11" Type="http://schemas.openxmlformats.org/officeDocument/2006/relationships/slideMaster" Target="slideMasters/slideMaster8.xml"/><Relationship Id="rId22" Type="http://schemas.openxmlformats.org/officeDocument/2006/relationships/slide" Target="slides/slide9.xml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2" Type="http://schemas.openxmlformats.org/officeDocument/2006/relationships/slideMaster" Target="slideMasters/slideMaster9.xml"/><Relationship Id="rId23" Type="http://schemas.openxmlformats.org/officeDocument/2006/relationships/slide" Target="slides/slide10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5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4e8dee072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4e8dee072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4e8dee072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4e8dee072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" name="Google Shape;45;p4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8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IMAGENS E QUADRO">
  <p:cSld name="SLIDE IMAGENS E QUADRO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idx="1" type="subTitle"/>
          </p:nvPr>
        </p:nvSpPr>
        <p:spPr>
          <a:xfrm>
            <a:off x="1469570" y="5855398"/>
            <a:ext cx="9144000" cy="512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type="ctrTitle"/>
          </p:nvPr>
        </p:nvSpPr>
        <p:spPr>
          <a:xfrm>
            <a:off x="1371599" y="1"/>
            <a:ext cx="9481457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PARA PERGUNTAS">
  <p:cSld name="SLIDE PARA PERGUNTA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ctrTitle"/>
          </p:nvPr>
        </p:nvSpPr>
        <p:spPr>
          <a:xfrm>
            <a:off x="544286" y="2235200"/>
            <a:ext cx="6009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  <a:defRPr b="1" i="0" sz="45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657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CITAÇÃO" type="title">
  <p:cSld name="TITL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ctrTitle"/>
          </p:nvPr>
        </p:nvSpPr>
        <p:spPr>
          <a:xfrm>
            <a:off x="572583" y="1861471"/>
            <a:ext cx="59262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p14"/>
          <p:cNvSpPr txBox="1"/>
          <p:nvPr>
            <p:ph idx="1" type="subTitle"/>
          </p:nvPr>
        </p:nvSpPr>
        <p:spPr>
          <a:xfrm>
            <a:off x="561698" y="4231651"/>
            <a:ext cx="5882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ctrTitle"/>
          </p:nvPr>
        </p:nvSpPr>
        <p:spPr>
          <a:xfrm>
            <a:off x="576940" y="2232725"/>
            <a:ext cx="5909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1.png"/><Relationship Id="rId13" Type="http://schemas.openxmlformats.org/officeDocument/2006/relationships/image" Target="../media/image23.png"/><Relationship Id="rId12" Type="http://schemas.openxmlformats.org/officeDocument/2006/relationships/image" Target="../media/image13.png"/><Relationship Id="rId1" Type="http://schemas.openxmlformats.org/officeDocument/2006/relationships/image" Target="../media/image5.png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8.png"/><Relationship Id="rId15" Type="http://schemas.openxmlformats.org/officeDocument/2006/relationships/theme" Target="../theme/theme6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2.png"/><Relationship Id="rId8" Type="http://schemas.openxmlformats.org/officeDocument/2006/relationships/image" Target="../media/image2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8.png"/><Relationship Id="rId13" Type="http://schemas.openxmlformats.org/officeDocument/2006/relationships/image" Target="../media/image26.png"/><Relationship Id="rId12" Type="http://schemas.openxmlformats.org/officeDocument/2006/relationships/image" Target="../media/image27.png"/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15" Type="http://schemas.openxmlformats.org/officeDocument/2006/relationships/theme" Target="../theme/theme9.xml"/><Relationship Id="rId14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8.png"/><Relationship Id="rId13" Type="http://schemas.openxmlformats.org/officeDocument/2006/relationships/image" Target="../media/image26.png"/><Relationship Id="rId12" Type="http://schemas.openxmlformats.org/officeDocument/2006/relationships/image" Target="../media/image27.png"/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15" Type="http://schemas.openxmlformats.org/officeDocument/2006/relationships/theme" Target="../theme/theme7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44.png"/><Relationship Id="rId13" Type="http://schemas.openxmlformats.org/officeDocument/2006/relationships/image" Target="../media/image24.png"/><Relationship Id="rId12" Type="http://schemas.openxmlformats.org/officeDocument/2006/relationships/image" Target="../media/image27.png"/><Relationship Id="rId1" Type="http://schemas.openxmlformats.org/officeDocument/2006/relationships/image" Target="../media/image31.png"/><Relationship Id="rId2" Type="http://schemas.openxmlformats.org/officeDocument/2006/relationships/image" Target="../media/image25.png"/><Relationship Id="rId3" Type="http://schemas.openxmlformats.org/officeDocument/2006/relationships/image" Target="../media/image28.png"/><Relationship Id="rId4" Type="http://schemas.openxmlformats.org/officeDocument/2006/relationships/image" Target="../media/image41.png"/><Relationship Id="rId9" Type="http://schemas.openxmlformats.org/officeDocument/2006/relationships/image" Target="../media/image54.png"/><Relationship Id="rId15" Type="http://schemas.openxmlformats.org/officeDocument/2006/relationships/image" Target="../media/image34.png"/><Relationship Id="rId14" Type="http://schemas.openxmlformats.org/officeDocument/2006/relationships/image" Target="../media/image59.png"/><Relationship Id="rId17" Type="http://schemas.openxmlformats.org/officeDocument/2006/relationships/theme" Target="../theme/theme5.xml"/><Relationship Id="rId16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Relationship Id="rId8" Type="http://schemas.openxmlformats.org/officeDocument/2006/relationships/image" Target="../media/image49.png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.png"/><Relationship Id="rId11" Type="http://schemas.openxmlformats.org/officeDocument/2006/relationships/image" Target="../media/image43.png"/><Relationship Id="rId22" Type="http://schemas.openxmlformats.org/officeDocument/2006/relationships/image" Target="../media/image62.png"/><Relationship Id="rId10" Type="http://schemas.openxmlformats.org/officeDocument/2006/relationships/image" Target="../media/image42.png"/><Relationship Id="rId21" Type="http://schemas.openxmlformats.org/officeDocument/2006/relationships/image" Target="../media/image57.png"/><Relationship Id="rId13" Type="http://schemas.openxmlformats.org/officeDocument/2006/relationships/image" Target="../media/image67.png"/><Relationship Id="rId24" Type="http://schemas.openxmlformats.org/officeDocument/2006/relationships/theme" Target="../theme/theme10.xml"/><Relationship Id="rId12" Type="http://schemas.openxmlformats.org/officeDocument/2006/relationships/image" Target="../media/image45.png"/><Relationship Id="rId23" Type="http://schemas.openxmlformats.org/officeDocument/2006/relationships/slideLayout" Target="../slideLayouts/slideLayout5.xml"/><Relationship Id="rId1" Type="http://schemas.openxmlformats.org/officeDocument/2006/relationships/image" Target="../media/image5.png"/><Relationship Id="rId2" Type="http://schemas.openxmlformats.org/officeDocument/2006/relationships/image" Target="../media/image40.png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2.png"/><Relationship Id="rId15" Type="http://schemas.openxmlformats.org/officeDocument/2006/relationships/image" Target="../media/image46.png"/><Relationship Id="rId14" Type="http://schemas.openxmlformats.org/officeDocument/2006/relationships/image" Target="../media/image47.png"/><Relationship Id="rId17" Type="http://schemas.openxmlformats.org/officeDocument/2006/relationships/image" Target="../media/image53.png"/><Relationship Id="rId16" Type="http://schemas.openxmlformats.org/officeDocument/2006/relationships/image" Target="../media/image48.png"/><Relationship Id="rId5" Type="http://schemas.openxmlformats.org/officeDocument/2006/relationships/image" Target="../media/image38.png"/><Relationship Id="rId19" Type="http://schemas.openxmlformats.org/officeDocument/2006/relationships/image" Target="../media/image24.png"/><Relationship Id="rId6" Type="http://schemas.openxmlformats.org/officeDocument/2006/relationships/image" Target="../media/image36.png"/><Relationship Id="rId18" Type="http://schemas.openxmlformats.org/officeDocument/2006/relationships/image" Target="../media/image51.png"/><Relationship Id="rId7" Type="http://schemas.openxmlformats.org/officeDocument/2006/relationships/image" Target="../media/image35.png"/><Relationship Id="rId8" Type="http://schemas.openxmlformats.org/officeDocument/2006/relationships/image" Target="../media/image39.png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13.png"/><Relationship Id="rId13" Type="http://schemas.openxmlformats.org/officeDocument/2006/relationships/image" Target="../media/image58.png"/><Relationship Id="rId12" Type="http://schemas.openxmlformats.org/officeDocument/2006/relationships/image" Target="../media/image55.png"/><Relationship Id="rId1" Type="http://schemas.openxmlformats.org/officeDocument/2006/relationships/image" Target="../media/image10.pn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74.png"/><Relationship Id="rId9" Type="http://schemas.openxmlformats.org/officeDocument/2006/relationships/image" Target="../media/image56.png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9.png"/><Relationship Id="rId10" Type="http://schemas.openxmlformats.org/officeDocument/2006/relationships/image" Target="../media/image65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5.png"/><Relationship Id="rId1" Type="http://schemas.openxmlformats.org/officeDocument/2006/relationships/image" Target="../media/image10.png"/><Relationship Id="rId2" Type="http://schemas.openxmlformats.org/officeDocument/2006/relationships/image" Target="../media/image15.png"/><Relationship Id="rId3" Type="http://schemas.openxmlformats.org/officeDocument/2006/relationships/image" Target="../media/image63.png"/><Relationship Id="rId4" Type="http://schemas.openxmlformats.org/officeDocument/2006/relationships/image" Target="../media/image76.png"/><Relationship Id="rId9" Type="http://schemas.openxmlformats.org/officeDocument/2006/relationships/image" Target="../media/image13.png"/><Relationship Id="rId14" Type="http://schemas.openxmlformats.org/officeDocument/2006/relationships/theme" Target="../theme/theme2.xml"/><Relationship Id="rId5" Type="http://schemas.openxmlformats.org/officeDocument/2006/relationships/image" Target="../media/image71.png"/><Relationship Id="rId6" Type="http://schemas.openxmlformats.org/officeDocument/2006/relationships/image" Target="../media/image79.png"/><Relationship Id="rId7" Type="http://schemas.openxmlformats.org/officeDocument/2006/relationships/image" Target="../media/image8.png"/><Relationship Id="rId8" Type="http://schemas.openxmlformats.org/officeDocument/2006/relationships/image" Target="../media/image56.png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image" Target="../media/image70.png"/><Relationship Id="rId11" Type="http://schemas.openxmlformats.org/officeDocument/2006/relationships/image" Target="../media/image77.png"/><Relationship Id="rId22" Type="http://schemas.openxmlformats.org/officeDocument/2006/relationships/theme" Target="../theme/theme3.xml"/><Relationship Id="rId10" Type="http://schemas.openxmlformats.org/officeDocument/2006/relationships/image" Target="../media/image78.png"/><Relationship Id="rId21" Type="http://schemas.openxmlformats.org/officeDocument/2006/relationships/slideLayout" Target="../slideLayouts/slideLayout8.xml"/><Relationship Id="rId13" Type="http://schemas.openxmlformats.org/officeDocument/2006/relationships/image" Target="../media/image27.png"/><Relationship Id="rId12" Type="http://schemas.openxmlformats.org/officeDocument/2006/relationships/image" Target="../media/image8.png"/><Relationship Id="rId1" Type="http://schemas.openxmlformats.org/officeDocument/2006/relationships/image" Target="../media/image66.png"/><Relationship Id="rId2" Type="http://schemas.openxmlformats.org/officeDocument/2006/relationships/image" Target="../media/image64.png"/><Relationship Id="rId3" Type="http://schemas.openxmlformats.org/officeDocument/2006/relationships/image" Target="../media/image68.png"/><Relationship Id="rId4" Type="http://schemas.openxmlformats.org/officeDocument/2006/relationships/image" Target="../media/image84.png"/><Relationship Id="rId9" Type="http://schemas.openxmlformats.org/officeDocument/2006/relationships/image" Target="../media/image72.png"/><Relationship Id="rId15" Type="http://schemas.openxmlformats.org/officeDocument/2006/relationships/image" Target="../media/image82.png"/><Relationship Id="rId14" Type="http://schemas.openxmlformats.org/officeDocument/2006/relationships/image" Target="../media/image18.png"/><Relationship Id="rId17" Type="http://schemas.openxmlformats.org/officeDocument/2006/relationships/image" Target="../media/image11.png"/><Relationship Id="rId16" Type="http://schemas.openxmlformats.org/officeDocument/2006/relationships/image" Target="../media/image34.png"/><Relationship Id="rId5" Type="http://schemas.openxmlformats.org/officeDocument/2006/relationships/image" Target="../media/image100.png"/><Relationship Id="rId19" Type="http://schemas.openxmlformats.org/officeDocument/2006/relationships/image" Target="../media/image13.png"/><Relationship Id="rId6" Type="http://schemas.openxmlformats.org/officeDocument/2006/relationships/image" Target="../media/image87.png"/><Relationship Id="rId18" Type="http://schemas.openxmlformats.org/officeDocument/2006/relationships/image" Target="../media/image56.png"/><Relationship Id="rId7" Type="http://schemas.openxmlformats.org/officeDocument/2006/relationships/image" Target="../media/image83.png"/><Relationship Id="rId8" Type="http://schemas.openxmlformats.org/officeDocument/2006/relationships/image" Target="../media/image89.png"/></Relationships>
</file>

<file path=ppt/slideMasters/_rels/slideMaster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9.png"/><Relationship Id="rId10" Type="http://schemas.openxmlformats.org/officeDocument/2006/relationships/image" Target="../media/image90.png"/><Relationship Id="rId13" Type="http://schemas.openxmlformats.org/officeDocument/2006/relationships/image" Target="../media/image94.png"/><Relationship Id="rId12" Type="http://schemas.openxmlformats.org/officeDocument/2006/relationships/image" Target="../media/image92.png"/><Relationship Id="rId1" Type="http://schemas.openxmlformats.org/officeDocument/2006/relationships/image" Target="../media/image81.png"/><Relationship Id="rId2" Type="http://schemas.openxmlformats.org/officeDocument/2006/relationships/image" Target="../media/image73.png"/><Relationship Id="rId3" Type="http://schemas.openxmlformats.org/officeDocument/2006/relationships/image" Target="../media/image85.png"/><Relationship Id="rId4" Type="http://schemas.openxmlformats.org/officeDocument/2006/relationships/image" Target="../media/image96.png"/><Relationship Id="rId9" Type="http://schemas.openxmlformats.org/officeDocument/2006/relationships/image" Target="../media/image88.png"/><Relationship Id="rId15" Type="http://schemas.openxmlformats.org/officeDocument/2006/relationships/slideLayout" Target="../slideLayouts/slideLayout9.xml"/><Relationship Id="rId14" Type="http://schemas.openxmlformats.org/officeDocument/2006/relationships/image" Target="../media/image95.png"/><Relationship Id="rId16" Type="http://schemas.openxmlformats.org/officeDocument/2006/relationships/theme" Target="../theme/theme8.xml"/><Relationship Id="rId5" Type="http://schemas.openxmlformats.org/officeDocument/2006/relationships/image" Target="../media/image80.png"/><Relationship Id="rId6" Type="http://schemas.openxmlformats.org/officeDocument/2006/relationships/image" Target="../media/image86.png"/><Relationship Id="rId7" Type="http://schemas.openxmlformats.org/officeDocument/2006/relationships/image" Target="../media/image93.png"/><Relationship Id="rId8" Type="http://schemas.openxmlformats.org/officeDocument/2006/relationships/image" Target="../media/image91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450" y="4381500"/>
            <a:ext cx="38100" cy="3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9"/>
          <p:cNvGrpSpPr/>
          <p:nvPr/>
        </p:nvGrpSpPr>
        <p:grpSpPr>
          <a:xfrm>
            <a:off x="-64394" y="-63500"/>
            <a:ext cx="12320788" cy="3644900"/>
            <a:chOff x="0" y="0"/>
            <a:chExt cx="12192000" cy="3606800"/>
          </a:xfrm>
        </p:grpSpPr>
        <p:pic>
          <p:nvPicPr>
            <p:cNvPr id="92" name="Google Shape;92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8950" y="0"/>
              <a:ext cx="10433050" cy="360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0420350" cy="3606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" name="Google Shape;9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47250" y="2842683"/>
            <a:ext cx="13906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96600" y="1079500"/>
            <a:ext cx="8318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6016" y="2349500"/>
            <a:ext cx="7239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850" y="3390900"/>
            <a:ext cx="126365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3064" y="3972983"/>
            <a:ext cx="12827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2100" y="4413250"/>
            <a:ext cx="2165350" cy="25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8750" y="895350"/>
            <a:ext cx="10858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17150" y="5448300"/>
            <a:ext cx="18351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93962" y="3336925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289661" y="3051175"/>
            <a:ext cx="120650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031179" y="2563283"/>
            <a:ext cx="9525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52617" y="3832045"/>
            <a:ext cx="9525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6114" y="4386262"/>
            <a:ext cx="1206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52550" y="1771650"/>
            <a:ext cx="107950" cy="1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312" y="3317875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79550" y="174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13012" y="3502025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69914" y="4360862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005779" y="2741083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257911" y="3184525"/>
            <a:ext cx="31750" cy="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85967" y="3959045"/>
            <a:ext cx="31750" cy="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709400" y="2870200"/>
            <a:ext cx="1905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368983" y="-196850"/>
            <a:ext cx="9474200" cy="7131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371600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231" y="1565532"/>
            <a:ext cx="2241550" cy="35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2950" y="4718050"/>
            <a:ext cx="248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200" y="15938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0" y="5334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4350" y="1327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47450" y="5054600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2950" y="1952625"/>
            <a:ext cx="22542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99500" y="2762250"/>
            <a:ext cx="26289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0000" y="2971800"/>
            <a:ext cx="2247900" cy="128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35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9750" y="4184650"/>
            <a:ext cx="23749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4150" y="3194050"/>
            <a:ext cx="3092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400" y="1644650"/>
            <a:ext cx="1911350" cy="2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3100" y="1308100"/>
            <a:ext cx="793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500" y="237490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54650" y="432435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11225530" y="3955339"/>
            <a:ext cx="793750" cy="76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ctrTitle"/>
          </p:nvPr>
        </p:nvSpPr>
        <p:spPr>
          <a:xfrm>
            <a:off x="576938" y="2950028"/>
            <a:ext cx="6141720" cy="89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Arquiteturas de Big Data para FCDs</a:t>
            </a:r>
            <a:endParaRPr/>
          </a:p>
        </p:txBody>
      </p:sp>
      <p:sp>
        <p:nvSpPr>
          <p:cNvPr id="206" name="Google Shape;206;p19"/>
          <p:cNvSpPr txBox="1"/>
          <p:nvPr>
            <p:ph idx="1" type="subTitle"/>
          </p:nvPr>
        </p:nvSpPr>
        <p:spPr>
          <a:xfrm>
            <a:off x="569325" y="4193525"/>
            <a:ext cx="6522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type="ctrTitle"/>
          </p:nvPr>
        </p:nvSpPr>
        <p:spPr>
          <a:xfrm>
            <a:off x="576943" y="0"/>
            <a:ext cx="10951482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Arquitetura</a:t>
            </a:r>
            <a:endParaRPr/>
          </a:p>
        </p:txBody>
      </p:sp>
      <p:sp>
        <p:nvSpPr>
          <p:cNvPr id="213" name="Google Shape;213;p20"/>
          <p:cNvSpPr txBox="1"/>
          <p:nvPr>
            <p:ph idx="1" type="subTitle"/>
          </p:nvPr>
        </p:nvSpPr>
        <p:spPr>
          <a:xfrm>
            <a:off x="544282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3000"/>
              <a:t>Para a definição de uma arquitetura que consegue tratar essa grande demanda, um profissional da área deverá seguir alguns passos básicos:</a:t>
            </a:r>
            <a:br>
              <a:rPr lang="pt-BR" sz="3000"/>
            </a:br>
            <a:br>
              <a:rPr lang="pt-BR" sz="3000"/>
            </a:br>
            <a:r>
              <a:rPr lang="pt-BR" sz="3000"/>
              <a:t>- Coleta de dados</a:t>
            </a:r>
            <a:br>
              <a:rPr lang="pt-BR" sz="3000"/>
            </a:br>
            <a:r>
              <a:rPr lang="pt-BR" sz="3000"/>
              <a:t>- Processamento dos dados</a:t>
            </a:r>
            <a:br>
              <a:rPr lang="pt-BR" sz="3000"/>
            </a:br>
            <a:r>
              <a:rPr lang="pt-BR" sz="3000"/>
              <a:t>- Armazenamento de dados</a:t>
            </a:r>
            <a:br>
              <a:rPr lang="pt-BR" sz="3000"/>
            </a:br>
            <a:r>
              <a:rPr lang="pt-BR" sz="3000"/>
              <a:t>- Definição de pipelines</a:t>
            </a:r>
            <a:br>
              <a:rPr lang="pt-BR" sz="3000"/>
            </a:br>
            <a:r>
              <a:rPr lang="pt-BR" sz="3000"/>
              <a:t>- Visualização dos dados</a:t>
            </a:r>
            <a:br>
              <a:rPr lang="pt-BR"/>
            </a:b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Arquitetura</a:t>
            </a:r>
            <a:endParaRPr/>
          </a:p>
        </p:txBody>
      </p:sp>
      <p:sp>
        <p:nvSpPr>
          <p:cNvPr id="220" name="Google Shape;220;p21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134525" y="2245913"/>
            <a:ext cx="1841400" cy="771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Ingestão dos Dados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4048975" y="2245913"/>
            <a:ext cx="1841400" cy="771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Processamento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963425" y="2245913"/>
            <a:ext cx="1841400" cy="771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Armazenamento/ Serving Layer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6963425" y="3840488"/>
            <a:ext cx="1841400" cy="771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Visualização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2975925" y="2467763"/>
            <a:ext cx="1073100" cy="34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90375" y="2467763"/>
            <a:ext cx="1073100" cy="34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8808625" y="2580913"/>
            <a:ext cx="576000" cy="1790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type="ctrTitle"/>
          </p:nvPr>
        </p:nvSpPr>
        <p:spPr>
          <a:xfrm>
            <a:off x="568229" y="-1"/>
            <a:ext cx="10960195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Coleta de Dados ou Ingestão de Dados</a:t>
            </a:r>
            <a:endParaRPr/>
          </a:p>
        </p:txBody>
      </p:sp>
      <p:sp>
        <p:nvSpPr>
          <p:cNvPr id="234" name="Google Shape;234;p22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3000"/>
              <a:t>O primeiro a se pensar na coleta de dados é a persistência de dados, alta disponibilidade e tolerância a falhas</a:t>
            </a:r>
            <a:br>
              <a:rPr lang="pt-BR" sz="3000"/>
            </a:br>
            <a:br>
              <a:rPr lang="pt-BR" sz="3000"/>
            </a:br>
            <a:r>
              <a:rPr lang="pt-BR" sz="3000"/>
              <a:t>Os coletores devem ser capazes de trabalhar com grandes volumes de dados e já fazer algum tratamento inicial caso necessário</a:t>
            </a:r>
            <a:br>
              <a:rPr lang="pt-BR" sz="3000"/>
            </a:br>
            <a:br>
              <a:rPr lang="pt-BR" sz="3000"/>
            </a:br>
            <a:r>
              <a:rPr lang="pt-BR" sz="3000"/>
              <a:t>Definição do formato dos dados já na coleta para facilitar a utilização no decorrer do pipeline</a:t>
            </a:r>
            <a:br>
              <a:rPr lang="pt-BR"/>
            </a:b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>
            <p:ph type="ctrTitle"/>
          </p:nvPr>
        </p:nvSpPr>
        <p:spPr>
          <a:xfrm>
            <a:off x="559520" y="2231636"/>
            <a:ext cx="5909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Ferramentas para Ingestão de Dados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14167420" y="1725837"/>
            <a:ext cx="4057800" cy="173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Ferramentas para Coleta de Dados</a:t>
            </a:r>
            <a:endParaRPr/>
          </a:p>
        </p:txBody>
      </p:sp>
      <p:sp>
        <p:nvSpPr>
          <p:cNvPr id="247" name="Google Shape;247;p24"/>
          <p:cNvSpPr txBox="1"/>
          <p:nvPr>
            <p:ph idx="1" type="subTitle"/>
          </p:nvPr>
        </p:nvSpPr>
        <p:spPr>
          <a:xfrm>
            <a:off x="576939" y="1447799"/>
            <a:ext cx="94488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3000"/>
              <a:t>Flume (criado pela Cloudera):</a:t>
            </a:r>
            <a:endParaRPr sz="30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 sz="3000"/>
            </a:br>
            <a:r>
              <a:rPr lang="pt-BR" sz="3000"/>
              <a:t>Um sistema distribuído, confiável e disponível para coletar, agregar e mover grandes quantidades de dados de muitas fontes diferentes para um armazenamento de dados centralizado, ou para alguma ferramenta de mensageria. Em 2012, esse passou a ser um projeto top level na Apache Software Foundation.</a:t>
            </a:r>
            <a:br>
              <a:rPr lang="pt-BR" sz="3000"/>
            </a:b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descr="Resultado de imagem para apache flume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4113" y="5170512"/>
            <a:ext cx="1268413" cy="1269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idx="1" type="subTitle"/>
          </p:nvPr>
        </p:nvSpPr>
        <p:spPr>
          <a:xfrm>
            <a:off x="1371601" y="6149320"/>
            <a:ext cx="9481456" cy="512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pt-BR"/>
              <a:t>Fonte: https://flume.apache.org/FlumeUserGuide.html</a:t>
            </a:r>
            <a:endParaRPr/>
          </a:p>
        </p:txBody>
      </p:sp>
      <p:sp>
        <p:nvSpPr>
          <p:cNvPr id="255" name="Google Shape;255;p25"/>
          <p:cNvSpPr txBox="1"/>
          <p:nvPr>
            <p:ph type="ctrTitle"/>
          </p:nvPr>
        </p:nvSpPr>
        <p:spPr>
          <a:xfrm>
            <a:off x="1371599" y="1"/>
            <a:ext cx="9481457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Estrutura básica do Flume: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descr="image01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0775" y="1652096"/>
            <a:ext cx="8994751" cy="32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ctrTitle"/>
          </p:nvPr>
        </p:nvSpPr>
        <p:spPr>
          <a:xfrm>
            <a:off x="572583" y="1861471"/>
            <a:ext cx="59262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</a:pPr>
            <a:r>
              <a:rPr lang="pt-BR"/>
              <a:t>Apache Flume - Documentação</a:t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561698" y="4231651"/>
            <a:ext cx="58827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64" name="Google Shape;264;p26"/>
          <p:cNvSpPr/>
          <p:nvPr/>
        </p:nvSpPr>
        <p:spPr>
          <a:xfrm>
            <a:off x="14889194" y="473533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CITAÇÕES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ctrTitle"/>
          </p:nvPr>
        </p:nvSpPr>
        <p:spPr>
          <a:xfrm>
            <a:off x="544286" y="2235200"/>
            <a:ext cx="6009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Dúvidas?</a:t>
            </a:r>
            <a:endParaRPr b="1"/>
          </a:p>
        </p:txBody>
      </p:sp>
      <p:sp>
        <p:nvSpPr>
          <p:cNvPr id="270" name="Google Shape;270;p27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PERGUNTAS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LIDE IMAGENS E QUADR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