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7" r:id="rId4"/>
    <p:sldMasterId id="2147483658" r:id="rId5"/>
    <p:sldMasterId id="2147483659" r:id="rId6"/>
    <p:sldMasterId id="2147483660" r:id="rId7"/>
    <p:sldMasterId id="2147483661" r:id="rId8"/>
    <p:sldMasterId id="2147483662" r:id="rId9"/>
    <p:sldMasterId id="2147483663" r:id="rId10"/>
    <p:sldMasterId id="2147483664" r:id="rId11"/>
    <p:sldMasterId id="2147483665"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00">
          <p15:clr>
            <a:srgbClr val="000000"/>
          </p15:clr>
        </p15:guide>
        <p15:guide id="2" orient="horz" pos="3825">
          <p15:clr>
            <a:srgbClr val="000000"/>
          </p15:clr>
        </p15:guide>
        <p15:guide id="3" pos="7262">
          <p15:clr>
            <a:srgbClr val="000000"/>
          </p15:clr>
        </p15:guide>
        <p15:guide id="4" pos="425">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500" orient="horz"/>
        <p:guide pos="3825" orient="horz"/>
        <p:guide pos="7262"/>
        <p:guide pos="42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7.xml"/><Relationship Id="rId22" Type="http://schemas.openxmlformats.org/officeDocument/2006/relationships/slide" Target="slides/slide9.xml"/><Relationship Id="rId21" Type="http://schemas.openxmlformats.org/officeDocument/2006/relationships/slide" Target="slides/slide8.xml"/><Relationship Id="rId24" Type="http://schemas.openxmlformats.org/officeDocument/2006/relationships/slide" Target="slides/slide11.xml"/><Relationship Id="rId23" Type="http://schemas.openxmlformats.org/officeDocument/2006/relationships/slide" Target="slides/slide10.xml"/><Relationship Id="rId1" Type="http://schemas.openxmlformats.org/officeDocument/2006/relationships/theme" Target="theme/theme7.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11" Type="http://schemas.openxmlformats.org/officeDocument/2006/relationships/slideMaster" Target="slideMasters/slideMaster8.xml"/><Relationship Id="rId10" Type="http://schemas.openxmlformats.org/officeDocument/2006/relationships/slideMaster" Target="slideMasters/slideMaster7.xml"/><Relationship Id="rId13" Type="http://schemas.openxmlformats.org/officeDocument/2006/relationships/notesMaster" Target="notesMasters/notesMaster1.xml"/><Relationship Id="rId12" Type="http://schemas.openxmlformats.org/officeDocument/2006/relationships/slideMaster" Target="slideMasters/slideMaster9.xml"/><Relationship Id="rId15" Type="http://schemas.openxmlformats.org/officeDocument/2006/relationships/slide" Target="slides/slide2.xml"/><Relationship Id="rId14" Type="http://schemas.openxmlformats.org/officeDocument/2006/relationships/slide" Target="slides/slide1.xml"/><Relationship Id="rId17" Type="http://schemas.openxmlformats.org/officeDocument/2006/relationships/slide" Target="slides/slide4.xml"/><Relationship Id="rId16" Type="http://schemas.openxmlformats.org/officeDocument/2006/relationships/slide" Target="slides/slide3.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Google Shape;20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g4e2025fa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4e2025fa8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Google Shape;25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Google Shape;257;g4e2025fa8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4e2025fa8a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g4e2025fa8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4e2025fa8a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0" name="Shape 270"/>
        <p:cNvGrpSpPr/>
        <p:nvPr/>
      </p:nvGrpSpPr>
      <p:grpSpPr>
        <a:xfrm>
          <a:off x="0" y="0"/>
          <a:ext cx="0" cy="0"/>
          <a:chOff x="0" y="0"/>
          <a:chExt cx="0" cy="0"/>
        </a:xfrm>
      </p:grpSpPr>
      <p:sp>
        <p:nvSpPr>
          <p:cNvPr id="271" name="Google Shape;271;g4e2025fa8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4e2025fa8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g4e2025fa8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4e2025fa8a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6" name="Shape 286"/>
        <p:cNvGrpSpPr/>
        <p:nvPr/>
      </p:nvGrpSpPr>
      <p:grpSpPr>
        <a:xfrm>
          <a:off x="0" y="0"/>
          <a:ext cx="0" cy="0"/>
          <a:chOff x="0" y="0"/>
          <a:chExt cx="0" cy="0"/>
        </a:xfrm>
      </p:grpSpPr>
      <p:sp>
        <p:nvSpPr>
          <p:cNvPr id="287" name="Google Shape;287;g4e2025fa8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4e2025fa8a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Google Shape;29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9" name="Shape 299"/>
        <p:cNvGrpSpPr/>
        <p:nvPr/>
      </p:nvGrpSpPr>
      <p:grpSpPr>
        <a:xfrm>
          <a:off x="0" y="0"/>
          <a:ext cx="0" cy="0"/>
          <a:chOff x="0" y="0"/>
          <a:chExt cx="0" cy="0"/>
        </a:xfrm>
      </p:grpSpPr>
      <p:sp>
        <p:nvSpPr>
          <p:cNvPr id="300" name="Google Shape;3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6" name="Shape 306"/>
        <p:cNvGrpSpPr/>
        <p:nvPr/>
      </p:nvGrpSpPr>
      <p:grpSpPr>
        <a:xfrm>
          <a:off x="0" y="0"/>
          <a:ext cx="0" cy="0"/>
          <a:chOff x="0" y="0"/>
          <a:chExt cx="0" cy="0"/>
        </a:xfrm>
      </p:grpSpPr>
      <p:sp>
        <p:nvSpPr>
          <p:cNvPr id="307" name="Google Shape;3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A" type="title">
  <p:cSld name="TITLE">
    <p:spTree>
      <p:nvGrpSpPr>
        <p:cNvPr id="23" name="Shape 23"/>
        <p:cNvGrpSpPr/>
        <p:nvPr/>
      </p:nvGrpSpPr>
      <p:grpSpPr>
        <a:xfrm>
          <a:off x="0" y="0"/>
          <a:ext cx="0" cy="0"/>
          <a:chOff x="0" y="0"/>
          <a:chExt cx="0" cy="0"/>
        </a:xfrm>
      </p:grpSpPr>
      <p:sp>
        <p:nvSpPr>
          <p:cNvPr id="24" name="Google Shape;24;p2"/>
          <p:cNvSpPr txBox="1"/>
          <p:nvPr>
            <p:ph type="ctrTitle"/>
          </p:nvPr>
        </p:nvSpPr>
        <p:spPr>
          <a:xfrm>
            <a:off x="576938" y="2362200"/>
            <a:ext cx="6141720" cy="1158239"/>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2"/>
          <p:cNvSpPr txBox="1"/>
          <p:nvPr>
            <p:ph idx="1" type="subTitle"/>
          </p:nvPr>
        </p:nvSpPr>
        <p:spPr>
          <a:xfrm>
            <a:off x="561698" y="3429000"/>
            <a:ext cx="6156960" cy="609600"/>
          </a:xfrm>
          <a:prstGeom prst="rect">
            <a:avLst/>
          </a:prstGeom>
          <a:noFill/>
          <a:ln>
            <a:noFill/>
          </a:ln>
        </p:spPr>
        <p:txBody>
          <a:bodyPr anchorCtr="0" anchor="ctr" bIns="45700" lIns="91425" spcFirstLastPara="1" rIns="91425" wrap="square" tIns="45700"/>
          <a:lstStyle>
            <a:lvl1pPr lvl="0" marR="0" rtl="0" algn="l">
              <a:lnSpc>
                <a:spcPct val="100000"/>
              </a:lnSpc>
              <a:spcBef>
                <a:spcPts val="1000"/>
              </a:spcBef>
              <a:spcAft>
                <a:spcPts val="0"/>
              </a:spcAft>
              <a:buClr>
                <a:srgbClr val="00A1B2"/>
              </a:buClr>
              <a:buSzPts val="2500"/>
              <a:buFont typeface="Arial"/>
              <a:buNone/>
              <a:defRPr b="0" i="0" sz="2500" u="none" cap="none" strike="noStrike">
                <a:solidFill>
                  <a:srgbClr val="00A1B2"/>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4"/>
                                        </p:tgtEl>
                                        <p:attrNameLst>
                                          <p:attrName>style.visibility</p:attrName>
                                        </p:attrNameLst>
                                      </p:cBhvr>
                                      <p:to>
                                        <p:strVal val="visible"/>
                                      </p:to>
                                    </p:set>
                                    <p:animEffect filter="fade" transition="in">
                                      <p:cBhvr>
                                        <p:cTn dur="500"/>
                                        <p:tgtEl>
                                          <p:spTgt spid="24"/>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0" st="0"/>
                                            </p:txEl>
                                          </p:spTgt>
                                        </p:tgtEl>
                                        <p:attrNameLst>
                                          <p:attrName>style.visibility</p:attrName>
                                        </p:attrNameLst>
                                      </p:cBhvr>
                                      <p:to>
                                        <p:strVal val="visible"/>
                                      </p:to>
                                    </p:set>
                                    <p:animEffect filter="fade" transition="in">
                                      <p:cBhvr>
                                        <p:cTn dur="500"/>
                                        <p:tgtEl>
                                          <p:spTgt spid="25">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1" st="1"/>
                                            </p:txEl>
                                          </p:spTgt>
                                        </p:tgtEl>
                                        <p:attrNameLst>
                                          <p:attrName>style.visibility</p:attrName>
                                        </p:attrNameLst>
                                      </p:cBhvr>
                                      <p:to>
                                        <p:strVal val="visible"/>
                                      </p:to>
                                    </p:set>
                                    <p:animEffect filter="fade" transition="in">
                                      <p:cBhvr>
                                        <p:cTn dur="500"/>
                                        <p:tgtEl>
                                          <p:spTgt spid="25">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2" st="2"/>
                                            </p:txEl>
                                          </p:spTgt>
                                        </p:tgtEl>
                                        <p:attrNameLst>
                                          <p:attrName>style.visibility</p:attrName>
                                        </p:attrNameLst>
                                      </p:cBhvr>
                                      <p:to>
                                        <p:strVal val="visible"/>
                                      </p:to>
                                    </p:set>
                                    <p:animEffect filter="fade" transition="in">
                                      <p:cBhvr>
                                        <p:cTn dur="500"/>
                                        <p:tgtEl>
                                          <p:spTgt spid="25">
                                            <p:txEl>
                                              <p:pRg end="2" st="2"/>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3" st="3"/>
                                            </p:txEl>
                                          </p:spTgt>
                                        </p:tgtEl>
                                        <p:attrNameLst>
                                          <p:attrName>style.visibility</p:attrName>
                                        </p:attrNameLst>
                                      </p:cBhvr>
                                      <p:to>
                                        <p:strVal val="visible"/>
                                      </p:to>
                                    </p:set>
                                    <p:animEffect filter="fade" transition="in">
                                      <p:cBhvr>
                                        <p:cTn dur="500"/>
                                        <p:tgtEl>
                                          <p:spTgt spid="25">
                                            <p:txEl>
                                              <p:pRg end="3" st="3"/>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4" st="4"/>
                                            </p:txEl>
                                          </p:spTgt>
                                        </p:tgtEl>
                                        <p:attrNameLst>
                                          <p:attrName>style.visibility</p:attrName>
                                        </p:attrNameLst>
                                      </p:cBhvr>
                                      <p:to>
                                        <p:strVal val="visible"/>
                                      </p:to>
                                    </p:set>
                                    <p:animEffect filter="fade" transition="in">
                                      <p:cBhvr>
                                        <p:cTn dur="500"/>
                                        <p:tgtEl>
                                          <p:spTgt spid="25">
                                            <p:txEl>
                                              <p:pRg end="4" st="4"/>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5" st="5"/>
                                            </p:txEl>
                                          </p:spTgt>
                                        </p:tgtEl>
                                        <p:attrNameLst>
                                          <p:attrName>style.visibility</p:attrName>
                                        </p:attrNameLst>
                                      </p:cBhvr>
                                      <p:to>
                                        <p:strVal val="visible"/>
                                      </p:to>
                                    </p:set>
                                    <p:animEffect filter="fade" transition="in">
                                      <p:cBhvr>
                                        <p:cTn dur="500"/>
                                        <p:tgtEl>
                                          <p:spTgt spid="25">
                                            <p:txEl>
                                              <p:pRg end="5" st="5"/>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6" st="6"/>
                                            </p:txEl>
                                          </p:spTgt>
                                        </p:tgtEl>
                                        <p:attrNameLst>
                                          <p:attrName>style.visibility</p:attrName>
                                        </p:attrNameLst>
                                      </p:cBhvr>
                                      <p:to>
                                        <p:strVal val="visible"/>
                                      </p:to>
                                    </p:set>
                                    <p:animEffect filter="fade" transition="in">
                                      <p:cBhvr>
                                        <p:cTn dur="500"/>
                                        <p:tgtEl>
                                          <p:spTgt spid="25">
                                            <p:txEl>
                                              <p:pRg end="6" st="6"/>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7" st="7"/>
                                            </p:txEl>
                                          </p:spTgt>
                                        </p:tgtEl>
                                        <p:attrNameLst>
                                          <p:attrName>style.visibility</p:attrName>
                                        </p:attrNameLst>
                                      </p:cBhvr>
                                      <p:to>
                                        <p:strVal val="visible"/>
                                      </p:to>
                                    </p:set>
                                    <p:animEffect filter="fade" transition="in">
                                      <p:cBhvr>
                                        <p:cTn dur="500"/>
                                        <p:tgtEl>
                                          <p:spTgt spid="25">
                                            <p:txEl>
                                              <p:pRg end="7" st="7"/>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25">
                                            <p:txEl>
                                              <p:pRg end="8" st="8"/>
                                            </p:txEl>
                                          </p:spTgt>
                                        </p:tgtEl>
                                        <p:attrNameLst>
                                          <p:attrName>style.visibility</p:attrName>
                                        </p:attrNameLst>
                                      </p:cBhvr>
                                      <p:to>
                                        <p:strVal val="visible"/>
                                      </p:to>
                                    </p:set>
                                    <p:animEffect filter="fade" transition="in">
                                      <p:cBhvr>
                                        <p:cTn dur="500"/>
                                        <p:tgtEl>
                                          <p:spTgt spid="2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pos="46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LIDE TÓPICOS" type="title">
  <p:cSld name="TITLE">
    <p:spTree>
      <p:nvGrpSpPr>
        <p:cNvPr id="43" name="Shape 43"/>
        <p:cNvGrpSpPr/>
        <p:nvPr/>
      </p:nvGrpSpPr>
      <p:grpSpPr>
        <a:xfrm>
          <a:off x="0" y="0"/>
          <a:ext cx="0" cy="0"/>
          <a:chOff x="0" y="0"/>
          <a:chExt cx="0" cy="0"/>
        </a:xfrm>
      </p:grpSpPr>
      <p:sp>
        <p:nvSpPr>
          <p:cNvPr id="44" name="Google Shape;44;p4"/>
          <p:cNvSpPr txBox="1"/>
          <p:nvPr>
            <p:ph type="ctrTitle"/>
          </p:nvPr>
        </p:nvSpPr>
        <p:spPr>
          <a:xfrm>
            <a:off x="568230" y="0"/>
            <a:ext cx="10012684" cy="1197429"/>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 name="Google Shape;45;p4"/>
          <p:cNvSpPr txBox="1"/>
          <p:nvPr>
            <p:ph idx="1" type="subTitle"/>
          </p:nvPr>
        </p:nvSpPr>
        <p:spPr>
          <a:xfrm>
            <a:off x="522510" y="1524000"/>
            <a:ext cx="9144000" cy="4724400"/>
          </a:xfrm>
          <a:prstGeom prst="rect">
            <a:avLst/>
          </a:prstGeom>
          <a:noFill/>
          <a:ln>
            <a:noFill/>
          </a:ln>
        </p:spPr>
        <p:txBody>
          <a:bodyPr anchorCtr="0" anchor="ctr" bIns="45700" lIns="91425" spcFirstLastPara="1" rIns="91425" wrap="square" tIns="45700"/>
          <a:lstStyle>
            <a:lvl1pPr lvl="0" marR="0" rtl="0" algn="l">
              <a:lnSpc>
                <a:spcPct val="100000"/>
              </a:lnSpc>
              <a:spcBef>
                <a:spcPts val="1000"/>
              </a:spcBef>
              <a:spcAft>
                <a:spcPts val="0"/>
              </a:spcAft>
              <a:buClr>
                <a:srgbClr val="00A1B2"/>
              </a:buClr>
              <a:buSzPts val="3400"/>
              <a:buFont typeface="Noto Sans Symbols"/>
              <a:buChar char="▪"/>
              <a:defRPr b="0" i="0" sz="3400" u="none" cap="none" strike="noStrike">
                <a:solidFill>
                  <a:srgbClr val="7F7F7F"/>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par>
                                <p:cTn fill="hold" nodeType="withEffect" presetClass="entr" presetID="10" presetSubtype="0">
                                  <p:stCondLst>
                                    <p:cond delay="50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exto corrido 2" type="title">
  <p:cSld name="TITLE">
    <p:spTree>
      <p:nvGrpSpPr>
        <p:cNvPr id="63" name="Shape 63"/>
        <p:cNvGrpSpPr/>
        <p:nvPr/>
      </p:nvGrpSpPr>
      <p:grpSpPr>
        <a:xfrm>
          <a:off x="0" y="0"/>
          <a:ext cx="0" cy="0"/>
          <a:chOff x="0" y="0"/>
          <a:chExt cx="0" cy="0"/>
        </a:xfrm>
      </p:grpSpPr>
      <p:sp>
        <p:nvSpPr>
          <p:cNvPr id="64" name="Google Shape;64;p6"/>
          <p:cNvSpPr txBox="1"/>
          <p:nvPr>
            <p:ph type="ctrTitle"/>
          </p:nvPr>
        </p:nvSpPr>
        <p:spPr>
          <a:xfrm>
            <a:off x="568230" y="0"/>
            <a:ext cx="10012684" cy="1197429"/>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6"/>
          <p:cNvSpPr txBox="1"/>
          <p:nvPr>
            <p:ph idx="1" type="subTitle"/>
          </p:nvPr>
        </p:nvSpPr>
        <p:spPr>
          <a:xfrm>
            <a:off x="576940" y="1524000"/>
            <a:ext cx="9144000" cy="4724400"/>
          </a:xfrm>
          <a:prstGeom prst="rect">
            <a:avLst/>
          </a:prstGeom>
          <a:noFill/>
          <a:ln>
            <a:noFill/>
          </a:ln>
        </p:spPr>
        <p:txBody>
          <a:bodyPr anchorCtr="0" anchor="ctr" bIns="45700" lIns="91425" spcFirstLastPara="1" rIns="91425" wrap="square" tIns="45700"/>
          <a:lstStyle>
            <a:lvl1pPr lvl="0" marR="0" rtl="0" algn="l">
              <a:lnSpc>
                <a:spcPct val="100000"/>
              </a:lnSpc>
              <a:spcBef>
                <a:spcPts val="1000"/>
              </a:spcBef>
              <a:spcAft>
                <a:spcPts val="0"/>
              </a:spcAft>
              <a:buClr>
                <a:srgbClr val="00A1B2"/>
              </a:buClr>
              <a:buSzPts val="3400"/>
              <a:buFont typeface="Noto Sans Symbols"/>
              <a:buNone/>
              <a:defRPr b="0" i="0" sz="3400" u="none" cap="none" strike="noStrike">
                <a:solidFill>
                  <a:srgbClr val="7F7F7F"/>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50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LIDE TEXTO CORRIDO" type="title">
  <p:cSld name="TITLE">
    <p:spTree>
      <p:nvGrpSpPr>
        <p:cNvPr id="84" name="Shape 84"/>
        <p:cNvGrpSpPr/>
        <p:nvPr/>
      </p:nvGrpSpPr>
      <p:grpSpPr>
        <a:xfrm>
          <a:off x="0" y="0"/>
          <a:ext cx="0" cy="0"/>
          <a:chOff x="0" y="0"/>
          <a:chExt cx="0" cy="0"/>
        </a:xfrm>
      </p:grpSpPr>
      <p:sp>
        <p:nvSpPr>
          <p:cNvPr id="85" name="Google Shape;85;p8"/>
          <p:cNvSpPr txBox="1"/>
          <p:nvPr>
            <p:ph type="ctrTitle"/>
          </p:nvPr>
        </p:nvSpPr>
        <p:spPr>
          <a:xfrm>
            <a:off x="568229" y="1"/>
            <a:ext cx="10284828" cy="1208314"/>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8"/>
          <p:cNvSpPr txBox="1"/>
          <p:nvPr>
            <p:ph idx="1" type="subTitle"/>
          </p:nvPr>
        </p:nvSpPr>
        <p:spPr>
          <a:xfrm>
            <a:off x="576939" y="1447799"/>
            <a:ext cx="9448803" cy="4528457"/>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28E9B"/>
              </a:buClr>
              <a:buSzPts val="3500"/>
              <a:buFont typeface="Noto Sans Symbols"/>
              <a:buNone/>
              <a:defRPr b="0" i="0" sz="3500" u="none" cap="none" strike="noStrike">
                <a:solidFill>
                  <a:srgbClr val="7F7F7F"/>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50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LIDE IMAGENS E QUADRO">
  <p:cSld name="SLIDE IMAGENS E QUADRO">
    <p:spTree>
      <p:nvGrpSpPr>
        <p:cNvPr id="117" name="Shape 117"/>
        <p:cNvGrpSpPr/>
        <p:nvPr/>
      </p:nvGrpSpPr>
      <p:grpSpPr>
        <a:xfrm>
          <a:off x="0" y="0"/>
          <a:ext cx="0" cy="0"/>
          <a:chOff x="0" y="0"/>
          <a:chExt cx="0" cy="0"/>
        </a:xfrm>
      </p:grpSpPr>
      <p:sp>
        <p:nvSpPr>
          <p:cNvPr id="118" name="Google Shape;118;p10"/>
          <p:cNvSpPr txBox="1"/>
          <p:nvPr>
            <p:ph idx="1" type="subTitle"/>
          </p:nvPr>
        </p:nvSpPr>
        <p:spPr>
          <a:xfrm>
            <a:off x="1469570" y="5855398"/>
            <a:ext cx="9144000" cy="512700"/>
          </a:xfrm>
          <a:prstGeom prst="rect">
            <a:avLst/>
          </a:prstGeom>
          <a:noFill/>
          <a:ln>
            <a:noFill/>
          </a:ln>
        </p:spPr>
        <p:txBody>
          <a:bodyPr anchorCtr="0" anchor="ctr" bIns="45700" lIns="91425" spcFirstLastPara="1" rIns="91425" wrap="square" tIns="45700"/>
          <a:lstStyle>
            <a:lvl1pPr lvl="0" marR="0" rtl="0" algn="ctr">
              <a:lnSpc>
                <a:spcPct val="100000"/>
              </a:lnSpc>
              <a:spcBef>
                <a:spcPts val="0"/>
              </a:spcBef>
              <a:spcAft>
                <a:spcPts val="0"/>
              </a:spcAft>
              <a:buClr>
                <a:srgbClr val="7F7F7F"/>
              </a:buClr>
              <a:buSzPts val="1800"/>
              <a:buFont typeface="Arial"/>
              <a:buNone/>
              <a:defRPr b="0" i="0" sz="1800" u="none" cap="none" strike="noStrike">
                <a:solidFill>
                  <a:srgbClr val="7F7F7F"/>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19" name="Google Shape;119;p10"/>
          <p:cNvSpPr txBox="1"/>
          <p:nvPr>
            <p:ph type="ctrTitle"/>
          </p:nvPr>
        </p:nvSpPr>
        <p:spPr>
          <a:xfrm>
            <a:off x="1371599" y="1"/>
            <a:ext cx="9481500" cy="1208400"/>
          </a:xfrm>
          <a:prstGeom prst="rect">
            <a:avLst/>
          </a:prstGeom>
          <a:noFill/>
          <a:ln>
            <a:noFill/>
          </a:ln>
        </p:spPr>
        <p:txBody>
          <a:bodyPr anchorCtr="0" anchor="ctr" bIns="45700" lIns="91425" spcFirstLastPara="1" rIns="91425" wrap="square" tIns="45700"/>
          <a:lstStyle>
            <a:lvl1pPr lvl="0" marR="0" rtl="0" algn="ctr">
              <a:lnSpc>
                <a:spcPct val="9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500"/>
                                        <p:tgtEl>
                                          <p:spTgt spid="11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500"/>
                                        <p:tgtEl>
                                          <p:spTgt spid="11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Effect filter="fade" transition="in">
                                      <p:cBhvr>
                                        <p:cTn dur="500"/>
                                        <p:tgtEl>
                                          <p:spTgt spid="11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Effect filter="fade" transition="in">
                                      <p:cBhvr>
                                        <p:cTn dur="500"/>
                                        <p:tgtEl>
                                          <p:spTgt spid="11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Effect filter="fade" transition="in">
                                      <p:cBhvr>
                                        <p:cTn dur="500"/>
                                        <p:tgtEl>
                                          <p:spTgt spid="11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animEffect filter="fade" transition="in">
                                      <p:cBhvr>
                                        <p:cTn dur="500"/>
                                        <p:tgtEl>
                                          <p:spTgt spid="118">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animEffect filter="fade" transition="in">
                                      <p:cBhvr>
                                        <p:cTn dur="500"/>
                                        <p:tgtEl>
                                          <p:spTgt spid="118">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animEffect filter="fade" transition="in">
                                      <p:cBhvr>
                                        <p:cTn dur="500"/>
                                        <p:tgtEl>
                                          <p:spTgt spid="118">
                                            <p:txEl>
                                              <p:pRg end="8" st="8"/>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LIDE PARA PERGUNTAS">
  <p:cSld name="SLIDE PARA PERGUNTAS">
    <p:spTree>
      <p:nvGrpSpPr>
        <p:cNvPr id="137" name="Shape 137"/>
        <p:cNvGrpSpPr/>
        <p:nvPr/>
      </p:nvGrpSpPr>
      <p:grpSpPr>
        <a:xfrm>
          <a:off x="0" y="0"/>
          <a:ext cx="0" cy="0"/>
          <a:chOff x="0" y="0"/>
          <a:chExt cx="0" cy="0"/>
        </a:xfrm>
      </p:grpSpPr>
      <p:sp>
        <p:nvSpPr>
          <p:cNvPr id="138" name="Google Shape;138;p12"/>
          <p:cNvSpPr txBox="1"/>
          <p:nvPr>
            <p:ph type="ctrTitle"/>
          </p:nvPr>
        </p:nvSpPr>
        <p:spPr>
          <a:xfrm>
            <a:off x="544286" y="2235200"/>
            <a:ext cx="6008914" cy="2387600"/>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353D"/>
              </a:buClr>
              <a:buSzPts val="4500"/>
              <a:buFont typeface="Calibri"/>
              <a:buNone/>
              <a:defRPr b="1" i="0" sz="45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extLst>
    <p:ext uri="{DCECCB84-F9BA-43D5-87BE-67443E8EF086}">
      <p15:sldGuideLst>
        <p15:guide id="1" orient="horz" pos="3657">
          <p15:clr>
            <a:srgbClr val="FBAE40"/>
          </p15:clr>
        </p15:guide>
        <p15:guide id="2" pos="48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LIDE CITAÇÃO" type="title">
  <p:cSld name="TITLE">
    <p:spTree>
      <p:nvGrpSpPr>
        <p:cNvPr id="155" name="Shape 155"/>
        <p:cNvGrpSpPr/>
        <p:nvPr/>
      </p:nvGrpSpPr>
      <p:grpSpPr>
        <a:xfrm>
          <a:off x="0" y="0"/>
          <a:ext cx="0" cy="0"/>
          <a:chOff x="0" y="0"/>
          <a:chExt cx="0" cy="0"/>
        </a:xfrm>
      </p:grpSpPr>
      <p:sp>
        <p:nvSpPr>
          <p:cNvPr id="156" name="Google Shape;156;p14"/>
          <p:cNvSpPr txBox="1"/>
          <p:nvPr>
            <p:ph type="ctrTitle"/>
          </p:nvPr>
        </p:nvSpPr>
        <p:spPr>
          <a:xfrm>
            <a:off x="572583" y="1861471"/>
            <a:ext cx="5926187" cy="2108517"/>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353D"/>
              </a:buClr>
              <a:buSzPts val="3200"/>
              <a:buFont typeface="Calibri"/>
              <a:buNone/>
              <a:defRPr b="0" i="0" sz="3200" u="none" cap="none" strike="noStrike">
                <a:solidFill>
                  <a:srgbClr val="00353D"/>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p14"/>
          <p:cNvSpPr txBox="1"/>
          <p:nvPr>
            <p:ph idx="1" type="subTitle"/>
          </p:nvPr>
        </p:nvSpPr>
        <p:spPr>
          <a:xfrm>
            <a:off x="561698" y="4231651"/>
            <a:ext cx="5882642" cy="736599"/>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7F7F7F"/>
              </a:buClr>
              <a:buSzPts val="1800"/>
              <a:buFont typeface="Arial"/>
              <a:buNone/>
              <a:defRPr b="0" i="0" sz="1800" u="none" cap="none" strike="noStrike">
                <a:solidFill>
                  <a:srgbClr val="7F7F7F"/>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500"/>
                                        <p:tgtEl>
                                          <p:spTgt spid="157">
                                            <p:txEl>
                                              <p:pRg end="0" st="0"/>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500"/>
                                        <p:tgtEl>
                                          <p:spTgt spid="157">
                                            <p:txEl>
                                              <p:pRg end="1" st="1"/>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500"/>
                                        <p:tgtEl>
                                          <p:spTgt spid="157">
                                            <p:txEl>
                                              <p:pRg end="2" st="2"/>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500"/>
                                        <p:tgtEl>
                                          <p:spTgt spid="157">
                                            <p:txEl>
                                              <p:pRg end="3" st="3"/>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4" st="4"/>
                                            </p:txEl>
                                          </p:spTgt>
                                        </p:tgtEl>
                                        <p:attrNameLst>
                                          <p:attrName>style.visibility</p:attrName>
                                        </p:attrNameLst>
                                      </p:cBhvr>
                                      <p:to>
                                        <p:strVal val="visible"/>
                                      </p:to>
                                    </p:set>
                                    <p:animEffect filter="fade" transition="in">
                                      <p:cBhvr>
                                        <p:cTn dur="500"/>
                                        <p:tgtEl>
                                          <p:spTgt spid="157">
                                            <p:txEl>
                                              <p:pRg end="4" st="4"/>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5" st="5"/>
                                            </p:txEl>
                                          </p:spTgt>
                                        </p:tgtEl>
                                        <p:attrNameLst>
                                          <p:attrName>style.visibility</p:attrName>
                                        </p:attrNameLst>
                                      </p:cBhvr>
                                      <p:to>
                                        <p:strVal val="visible"/>
                                      </p:to>
                                    </p:set>
                                    <p:animEffect filter="fade" transition="in">
                                      <p:cBhvr>
                                        <p:cTn dur="500"/>
                                        <p:tgtEl>
                                          <p:spTgt spid="157">
                                            <p:txEl>
                                              <p:pRg end="5" st="5"/>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6" st="6"/>
                                            </p:txEl>
                                          </p:spTgt>
                                        </p:tgtEl>
                                        <p:attrNameLst>
                                          <p:attrName>style.visibility</p:attrName>
                                        </p:attrNameLst>
                                      </p:cBhvr>
                                      <p:to>
                                        <p:strVal val="visible"/>
                                      </p:to>
                                    </p:set>
                                    <p:animEffect filter="fade" transition="in">
                                      <p:cBhvr>
                                        <p:cTn dur="500"/>
                                        <p:tgtEl>
                                          <p:spTgt spid="157">
                                            <p:txEl>
                                              <p:pRg end="6" st="6"/>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7" st="7"/>
                                            </p:txEl>
                                          </p:spTgt>
                                        </p:tgtEl>
                                        <p:attrNameLst>
                                          <p:attrName>style.visibility</p:attrName>
                                        </p:attrNameLst>
                                      </p:cBhvr>
                                      <p:to>
                                        <p:strVal val="visible"/>
                                      </p:to>
                                    </p:set>
                                    <p:animEffect filter="fade" transition="in">
                                      <p:cBhvr>
                                        <p:cTn dur="500"/>
                                        <p:tgtEl>
                                          <p:spTgt spid="157">
                                            <p:txEl>
                                              <p:pRg end="7" st="7"/>
                                            </p:txEl>
                                          </p:spTgt>
                                        </p:tgtEl>
                                      </p:cBhvr>
                                    </p:animEffect>
                                  </p:childTnLst>
                                </p:cTn>
                              </p:par>
                              <p:par>
                                <p:cTn fill="hold" nodeType="withEffect" presetClass="entr" presetID="10" presetSubtype="0">
                                  <p:stCondLst>
                                    <p:cond delay="500"/>
                                  </p:stCondLst>
                                  <p:childTnLst>
                                    <p:set>
                                      <p:cBhvr>
                                        <p:cTn dur="1" fill="hold">
                                          <p:stCondLst>
                                            <p:cond delay="0"/>
                                          </p:stCondLst>
                                        </p:cTn>
                                        <p:tgtEl>
                                          <p:spTgt spid="157">
                                            <p:txEl>
                                              <p:pRg end="8" st="8"/>
                                            </p:txEl>
                                          </p:spTgt>
                                        </p:tgtEl>
                                        <p:attrNameLst>
                                          <p:attrName>style.visibility</p:attrName>
                                        </p:attrNameLst>
                                      </p:cBhvr>
                                      <p:to>
                                        <p:strVal val="visible"/>
                                      </p:to>
                                    </p:set>
                                    <p:animEffect filter="fade" transition="in">
                                      <p:cBhvr>
                                        <p:cTn dur="500"/>
                                        <p:tgtEl>
                                          <p:spTgt spid="15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A ENCERRAMENTO">
  <p:cSld name="CAPA ENCERRAMENTO">
    <p:spTree>
      <p:nvGrpSpPr>
        <p:cNvPr id="180" name="Shape 180"/>
        <p:cNvGrpSpPr/>
        <p:nvPr/>
      </p:nvGrpSpPr>
      <p:grpSpPr>
        <a:xfrm>
          <a:off x="0" y="0"/>
          <a:ext cx="0" cy="0"/>
          <a:chOff x="0" y="0"/>
          <a:chExt cx="0" cy="0"/>
        </a:xfrm>
      </p:grpSpPr>
    </p:spTree>
  </p:cSld>
  <p:clrMapOvr>
    <a:masterClrMapping/>
  </p:clrMapOvr>
  <mc:AlternateContent>
    <mc:Choice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PARAÇÃO DE CAPÍTULOS">
  <p:cSld name="SEPARAÇÃO DE CAPÍTULOS">
    <p:spTree>
      <p:nvGrpSpPr>
        <p:cNvPr id="199" name="Shape 199"/>
        <p:cNvGrpSpPr/>
        <p:nvPr/>
      </p:nvGrpSpPr>
      <p:grpSpPr>
        <a:xfrm>
          <a:off x="0" y="0"/>
          <a:ext cx="0" cy="0"/>
          <a:chOff x="0" y="0"/>
          <a:chExt cx="0" cy="0"/>
        </a:xfrm>
      </p:grpSpPr>
      <p:sp>
        <p:nvSpPr>
          <p:cNvPr id="200" name="Google Shape;200;p18"/>
          <p:cNvSpPr txBox="1"/>
          <p:nvPr>
            <p:ph type="ctrTitle"/>
          </p:nvPr>
        </p:nvSpPr>
        <p:spPr>
          <a:xfrm>
            <a:off x="576940" y="2232725"/>
            <a:ext cx="5909400" cy="2387700"/>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353D"/>
              </a:buClr>
              <a:buSzPts val="5000"/>
              <a:buFont typeface="Calibri"/>
              <a:buNone/>
              <a:defRPr b="1" i="0" sz="5000" u="none" cap="none" strike="noStrike">
                <a:solidFill>
                  <a:srgbClr val="00353D"/>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Tree>
  </p:cSld>
  <p:clrMapOvr>
    <a:masterClrMapping/>
  </p:clrMapOvr>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9.png"/><Relationship Id="rId13" Type="http://schemas.openxmlformats.org/officeDocument/2006/relationships/image" Target="../media/image25.png"/><Relationship Id="rId12" Type="http://schemas.openxmlformats.org/officeDocument/2006/relationships/image" Target="../media/image19.png"/><Relationship Id="rId1" Type="http://schemas.openxmlformats.org/officeDocument/2006/relationships/image" Target="../media/image6.png"/><Relationship Id="rId2" Type="http://schemas.openxmlformats.org/officeDocument/2006/relationships/image" Target="../media/image20.png"/><Relationship Id="rId3"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2.png"/><Relationship Id="rId15" Type="http://schemas.openxmlformats.org/officeDocument/2006/relationships/theme" Target="../theme/theme7.xml"/><Relationship Id="rId14"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8.png"/><Relationship Id="rId13" Type="http://schemas.openxmlformats.org/officeDocument/2006/relationships/image" Target="../media/image26.png"/><Relationship Id="rId12" Type="http://schemas.openxmlformats.org/officeDocument/2006/relationships/image" Target="../media/image17.png"/><Relationship Id="rId1" Type="http://schemas.openxmlformats.org/officeDocument/2006/relationships/image" Target="../media/image10.png"/><Relationship Id="rId2" Type="http://schemas.openxmlformats.org/officeDocument/2006/relationships/image" Target="../media/image21.png"/><Relationship Id="rId3"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14.png"/><Relationship Id="rId15" Type="http://schemas.openxmlformats.org/officeDocument/2006/relationships/theme" Target="../theme/theme2.xml"/><Relationship Id="rId14" Type="http://schemas.openxmlformats.org/officeDocument/2006/relationships/slideLayout" Target="../slideLayouts/slideLayout2.xml"/><Relationship Id="rId5" Type="http://schemas.openxmlformats.org/officeDocument/2006/relationships/image" Target="../media/image11.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15.png"/></Relationships>
</file>

<file path=ppt/slideMasters/_rels/slideMaster3.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8.png"/><Relationship Id="rId13" Type="http://schemas.openxmlformats.org/officeDocument/2006/relationships/image" Target="../media/image26.png"/><Relationship Id="rId12" Type="http://schemas.openxmlformats.org/officeDocument/2006/relationships/image" Target="../media/image17.png"/><Relationship Id="rId1" Type="http://schemas.openxmlformats.org/officeDocument/2006/relationships/image" Target="../media/image10.png"/><Relationship Id="rId2" Type="http://schemas.openxmlformats.org/officeDocument/2006/relationships/image" Target="../media/image21.png"/><Relationship Id="rId3"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14.png"/><Relationship Id="rId15" Type="http://schemas.openxmlformats.org/officeDocument/2006/relationships/theme" Target="../theme/theme8.xml"/><Relationship Id="rId14" Type="http://schemas.openxmlformats.org/officeDocument/2006/relationships/slideLayout" Target="../slideLayouts/slideLayout3.xml"/><Relationship Id="rId5" Type="http://schemas.openxmlformats.org/officeDocument/2006/relationships/image" Target="../media/image11.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15.png"/></Relationships>
</file>

<file path=ppt/slideMasters/_rels/slideMaster4.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32.png"/><Relationship Id="rId13" Type="http://schemas.openxmlformats.org/officeDocument/2006/relationships/image" Target="../media/image13.png"/><Relationship Id="rId12" Type="http://schemas.openxmlformats.org/officeDocument/2006/relationships/image" Target="../media/image17.png"/><Relationship Id="rId1" Type="http://schemas.openxmlformats.org/officeDocument/2006/relationships/image" Target="../media/image27.png"/><Relationship Id="rId2" Type="http://schemas.openxmlformats.org/officeDocument/2006/relationships/image" Target="../media/image33.png"/><Relationship Id="rId3" Type="http://schemas.openxmlformats.org/officeDocument/2006/relationships/image" Target="../media/image28.png"/><Relationship Id="rId4" Type="http://schemas.openxmlformats.org/officeDocument/2006/relationships/image" Target="../media/image29.png"/><Relationship Id="rId9" Type="http://schemas.openxmlformats.org/officeDocument/2006/relationships/image" Target="../media/image36.png"/><Relationship Id="rId15" Type="http://schemas.openxmlformats.org/officeDocument/2006/relationships/image" Target="../media/image34.png"/><Relationship Id="rId14" Type="http://schemas.openxmlformats.org/officeDocument/2006/relationships/image" Target="../media/image39.png"/><Relationship Id="rId17" Type="http://schemas.openxmlformats.org/officeDocument/2006/relationships/theme" Target="../theme/theme5.xml"/><Relationship Id="rId16" Type="http://schemas.openxmlformats.org/officeDocument/2006/relationships/slideLayout" Target="../slideLayouts/slideLayout4.xml"/><Relationship Id="rId5" Type="http://schemas.openxmlformats.org/officeDocument/2006/relationships/image" Target="../media/image30.png"/><Relationship Id="rId6" Type="http://schemas.openxmlformats.org/officeDocument/2006/relationships/image" Target="../media/image40.png"/><Relationship Id="rId7" Type="http://schemas.openxmlformats.org/officeDocument/2006/relationships/image" Target="../media/image31.png"/><Relationship Id="rId8" Type="http://schemas.openxmlformats.org/officeDocument/2006/relationships/image" Target="../media/image42.png"/></Relationships>
</file>

<file path=ppt/slideMasters/_rels/slideMaster5.xml.rels><?xml version="1.0" encoding="UTF-8" standalone="yes"?><Relationships xmlns="http://schemas.openxmlformats.org/package/2006/relationships"><Relationship Id="rId20" Type="http://schemas.openxmlformats.org/officeDocument/2006/relationships/image" Target="../media/image54.png"/><Relationship Id="rId11" Type="http://schemas.openxmlformats.org/officeDocument/2006/relationships/image" Target="../media/image48.png"/><Relationship Id="rId22" Type="http://schemas.openxmlformats.org/officeDocument/2006/relationships/image" Target="../media/image53.png"/><Relationship Id="rId10" Type="http://schemas.openxmlformats.org/officeDocument/2006/relationships/image" Target="../media/image45.png"/><Relationship Id="rId21" Type="http://schemas.openxmlformats.org/officeDocument/2006/relationships/image" Target="../media/image56.png"/><Relationship Id="rId13" Type="http://schemas.openxmlformats.org/officeDocument/2006/relationships/image" Target="../media/image61.png"/><Relationship Id="rId24" Type="http://schemas.openxmlformats.org/officeDocument/2006/relationships/theme" Target="../theme/theme3.xml"/><Relationship Id="rId12" Type="http://schemas.openxmlformats.org/officeDocument/2006/relationships/image" Target="../media/image50.png"/><Relationship Id="rId23" Type="http://schemas.openxmlformats.org/officeDocument/2006/relationships/slideLayout" Target="../slideLayouts/slideLayout5.xml"/><Relationship Id="rId1" Type="http://schemas.openxmlformats.org/officeDocument/2006/relationships/image" Target="../media/image6.png"/><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image" Target="../media/image44.png"/><Relationship Id="rId9" Type="http://schemas.openxmlformats.org/officeDocument/2006/relationships/image" Target="../media/image37.png"/><Relationship Id="rId15" Type="http://schemas.openxmlformats.org/officeDocument/2006/relationships/image" Target="../media/image57.png"/><Relationship Id="rId14" Type="http://schemas.openxmlformats.org/officeDocument/2006/relationships/image" Target="../media/image60.png"/><Relationship Id="rId17" Type="http://schemas.openxmlformats.org/officeDocument/2006/relationships/image" Target="../media/image52.png"/><Relationship Id="rId16" Type="http://schemas.openxmlformats.org/officeDocument/2006/relationships/image" Target="../media/image49.png"/><Relationship Id="rId5" Type="http://schemas.openxmlformats.org/officeDocument/2006/relationships/image" Target="../media/image46.png"/><Relationship Id="rId19" Type="http://schemas.openxmlformats.org/officeDocument/2006/relationships/image" Target="../media/image13.png"/><Relationship Id="rId6" Type="http://schemas.openxmlformats.org/officeDocument/2006/relationships/image" Target="../media/image41.png"/><Relationship Id="rId18" Type="http://schemas.openxmlformats.org/officeDocument/2006/relationships/image" Target="../media/image55.png"/><Relationship Id="rId7" Type="http://schemas.openxmlformats.org/officeDocument/2006/relationships/image" Target="../media/image47.png"/><Relationship Id="rId8" Type="http://schemas.openxmlformats.org/officeDocument/2006/relationships/image" Target="../media/image43.png"/></Relationships>
</file>

<file path=ppt/slideMasters/_rels/slideMaster6.xml.rels><?xml version="1.0" encoding="UTF-8" standalone="yes"?><Relationships xmlns="http://schemas.openxmlformats.org/package/2006/relationships"><Relationship Id="rId11" Type="http://schemas.openxmlformats.org/officeDocument/2006/relationships/image" Target="../media/image64.png"/><Relationship Id="rId10" Type="http://schemas.openxmlformats.org/officeDocument/2006/relationships/image" Target="../media/image19.png"/><Relationship Id="rId13" Type="http://schemas.openxmlformats.org/officeDocument/2006/relationships/image" Target="../media/image58.png"/><Relationship Id="rId12" Type="http://schemas.openxmlformats.org/officeDocument/2006/relationships/image" Target="../media/image62.png"/><Relationship Id="rId1" Type="http://schemas.openxmlformats.org/officeDocument/2006/relationships/image" Target="../media/image20.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7.png"/><Relationship Id="rId9" Type="http://schemas.openxmlformats.org/officeDocument/2006/relationships/image" Target="../media/image51.png"/><Relationship Id="rId15" Type="http://schemas.openxmlformats.org/officeDocument/2006/relationships/theme" Target="../theme/theme4.xml"/><Relationship Id="rId14" Type="http://schemas.openxmlformats.org/officeDocument/2006/relationships/slideLayout" Target="../slideLayouts/slideLayout6.xml"/><Relationship Id="rId5" Type="http://schemas.openxmlformats.org/officeDocument/2006/relationships/image" Target="../media/image66.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22.png"/></Relationships>
</file>

<file path=ppt/slideMasters/_rels/slideMaster7.xml.rels><?xml version="1.0" encoding="UTF-8" standalone="yes"?><Relationships xmlns="http://schemas.openxmlformats.org/package/2006/relationships"><Relationship Id="rId11" Type="http://schemas.openxmlformats.org/officeDocument/2006/relationships/image" Target="../media/image92.png"/><Relationship Id="rId10" Type="http://schemas.openxmlformats.org/officeDocument/2006/relationships/image" Target="../media/image63.png"/><Relationship Id="rId13" Type="http://schemas.openxmlformats.org/officeDocument/2006/relationships/slideLayout" Target="../slideLayouts/slideLayout7.xml"/><Relationship Id="rId12" Type="http://schemas.openxmlformats.org/officeDocument/2006/relationships/image" Target="../media/image79.png"/><Relationship Id="rId1" Type="http://schemas.openxmlformats.org/officeDocument/2006/relationships/image" Target="../media/image20.png"/><Relationship Id="rId2" Type="http://schemas.openxmlformats.org/officeDocument/2006/relationships/image" Target="../media/image5.png"/><Relationship Id="rId3" Type="http://schemas.openxmlformats.org/officeDocument/2006/relationships/image" Target="../media/image59.png"/><Relationship Id="rId4" Type="http://schemas.openxmlformats.org/officeDocument/2006/relationships/image" Target="../media/image72.png"/><Relationship Id="rId9" Type="http://schemas.openxmlformats.org/officeDocument/2006/relationships/image" Target="../media/image19.png"/><Relationship Id="rId14" Type="http://schemas.openxmlformats.org/officeDocument/2006/relationships/theme" Target="../theme/theme6.xml"/><Relationship Id="rId5" Type="http://schemas.openxmlformats.org/officeDocument/2006/relationships/image" Target="../media/image71.png"/><Relationship Id="rId6" Type="http://schemas.openxmlformats.org/officeDocument/2006/relationships/image" Target="../media/image73.png"/><Relationship Id="rId7" Type="http://schemas.openxmlformats.org/officeDocument/2006/relationships/image" Target="../media/image2.png"/><Relationship Id="rId8" Type="http://schemas.openxmlformats.org/officeDocument/2006/relationships/image" Target="../media/image51.png"/></Relationships>
</file>

<file path=ppt/slideMasters/_rels/slideMaster8.xml.rels><?xml version="1.0" encoding="UTF-8" standalone="yes"?><Relationships xmlns="http://schemas.openxmlformats.org/package/2006/relationships"><Relationship Id="rId20" Type="http://schemas.openxmlformats.org/officeDocument/2006/relationships/image" Target="../media/image80.png"/><Relationship Id="rId11" Type="http://schemas.openxmlformats.org/officeDocument/2006/relationships/image" Target="../media/image82.png"/><Relationship Id="rId22" Type="http://schemas.openxmlformats.org/officeDocument/2006/relationships/theme" Target="../theme/theme1.xml"/><Relationship Id="rId10" Type="http://schemas.openxmlformats.org/officeDocument/2006/relationships/image" Target="../media/image76.png"/><Relationship Id="rId21" Type="http://schemas.openxmlformats.org/officeDocument/2006/relationships/slideLayout" Target="../slideLayouts/slideLayout8.xml"/><Relationship Id="rId13" Type="http://schemas.openxmlformats.org/officeDocument/2006/relationships/image" Target="../media/image17.png"/><Relationship Id="rId12" Type="http://schemas.openxmlformats.org/officeDocument/2006/relationships/image" Target="../media/image2.png"/><Relationship Id="rId1" Type="http://schemas.openxmlformats.org/officeDocument/2006/relationships/image" Target="../media/image65.png"/><Relationship Id="rId2" Type="http://schemas.openxmlformats.org/officeDocument/2006/relationships/image" Target="../media/image69.png"/><Relationship Id="rId3" Type="http://schemas.openxmlformats.org/officeDocument/2006/relationships/image" Target="../media/image68.png"/><Relationship Id="rId4" Type="http://schemas.openxmlformats.org/officeDocument/2006/relationships/image" Target="../media/image91.png"/><Relationship Id="rId9" Type="http://schemas.openxmlformats.org/officeDocument/2006/relationships/image" Target="../media/image86.png"/><Relationship Id="rId15" Type="http://schemas.openxmlformats.org/officeDocument/2006/relationships/image" Target="../media/image75.png"/><Relationship Id="rId14" Type="http://schemas.openxmlformats.org/officeDocument/2006/relationships/image" Target="../media/image18.png"/><Relationship Id="rId17" Type="http://schemas.openxmlformats.org/officeDocument/2006/relationships/image" Target="../media/image9.png"/><Relationship Id="rId16" Type="http://schemas.openxmlformats.org/officeDocument/2006/relationships/image" Target="../media/image34.png"/><Relationship Id="rId5" Type="http://schemas.openxmlformats.org/officeDocument/2006/relationships/image" Target="../media/image70.png"/><Relationship Id="rId19" Type="http://schemas.openxmlformats.org/officeDocument/2006/relationships/image" Target="../media/image19.png"/><Relationship Id="rId6" Type="http://schemas.openxmlformats.org/officeDocument/2006/relationships/image" Target="../media/image78.png"/><Relationship Id="rId18" Type="http://schemas.openxmlformats.org/officeDocument/2006/relationships/image" Target="../media/image51.png"/><Relationship Id="rId7" Type="http://schemas.openxmlformats.org/officeDocument/2006/relationships/image" Target="../media/image74.png"/><Relationship Id="rId8" Type="http://schemas.openxmlformats.org/officeDocument/2006/relationships/image" Target="../media/image77.png"/></Relationships>
</file>

<file path=ppt/slideMasters/_rels/slideMaster9.xml.rels><?xml version="1.0" encoding="UTF-8" standalone="yes"?><Relationships xmlns="http://schemas.openxmlformats.org/package/2006/relationships"><Relationship Id="rId11" Type="http://schemas.openxmlformats.org/officeDocument/2006/relationships/image" Target="../media/image94.png"/><Relationship Id="rId10" Type="http://schemas.openxmlformats.org/officeDocument/2006/relationships/image" Target="../media/image85.png"/><Relationship Id="rId13" Type="http://schemas.openxmlformats.org/officeDocument/2006/relationships/image" Target="../media/image89.png"/><Relationship Id="rId12" Type="http://schemas.openxmlformats.org/officeDocument/2006/relationships/image" Target="../media/image93.png"/><Relationship Id="rId1" Type="http://schemas.openxmlformats.org/officeDocument/2006/relationships/image" Target="../media/image83.png"/><Relationship Id="rId2" Type="http://schemas.openxmlformats.org/officeDocument/2006/relationships/image" Target="../media/image81.png"/><Relationship Id="rId3" Type="http://schemas.openxmlformats.org/officeDocument/2006/relationships/image" Target="../media/image97.png"/><Relationship Id="rId4" Type="http://schemas.openxmlformats.org/officeDocument/2006/relationships/image" Target="../media/image96.png"/><Relationship Id="rId9" Type="http://schemas.openxmlformats.org/officeDocument/2006/relationships/image" Target="../media/image87.png"/><Relationship Id="rId15" Type="http://schemas.openxmlformats.org/officeDocument/2006/relationships/slideLayout" Target="../slideLayouts/slideLayout9.xml"/><Relationship Id="rId14" Type="http://schemas.openxmlformats.org/officeDocument/2006/relationships/image" Target="../media/image95.png"/><Relationship Id="rId16" Type="http://schemas.openxmlformats.org/officeDocument/2006/relationships/theme" Target="../theme/theme10.xml"/><Relationship Id="rId5" Type="http://schemas.openxmlformats.org/officeDocument/2006/relationships/image" Target="../media/image84.png"/><Relationship Id="rId6" Type="http://schemas.openxmlformats.org/officeDocument/2006/relationships/image" Target="../media/image88.png"/><Relationship Id="rId7" Type="http://schemas.openxmlformats.org/officeDocument/2006/relationships/image" Target="../media/image90.png"/><Relationship Id="rId8" Type="http://schemas.openxmlformats.org/officeDocument/2006/relationships/image" Target="../media/image100.png"/></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12192000" cy="6858000"/>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8" name="Google Shape;8;p1"/>
          <p:cNvPicPr preferRelativeResize="0"/>
          <p:nvPr/>
        </p:nvPicPr>
        <p:blipFill rotWithShape="1">
          <a:blip r:embed="rId3">
            <a:alphaModFix/>
          </a:blip>
          <a:srcRect b="0" l="0" r="0" t="0"/>
          <a:stretch/>
        </p:blipFill>
        <p:spPr>
          <a:xfrm>
            <a:off x="5632450" y="1901825"/>
            <a:ext cx="6559550" cy="3054350"/>
          </a:xfrm>
          <a:prstGeom prst="rect">
            <a:avLst/>
          </a:prstGeom>
          <a:noFill/>
          <a:ln>
            <a:noFill/>
          </a:ln>
        </p:spPr>
      </p:pic>
      <p:pic>
        <p:nvPicPr>
          <p:cNvPr id="9" name="Google Shape;9;p1"/>
          <p:cNvPicPr preferRelativeResize="0"/>
          <p:nvPr/>
        </p:nvPicPr>
        <p:blipFill rotWithShape="1">
          <a:blip r:embed="rId4">
            <a:alphaModFix/>
          </a:blip>
          <a:srcRect b="0" l="0" r="0" t="0"/>
          <a:stretch/>
        </p:blipFill>
        <p:spPr>
          <a:xfrm>
            <a:off x="6972300" y="1082675"/>
            <a:ext cx="4724400" cy="4724400"/>
          </a:xfrm>
          <a:prstGeom prst="rect">
            <a:avLst/>
          </a:prstGeom>
          <a:noFill/>
          <a:ln>
            <a:noFill/>
          </a:ln>
        </p:spPr>
      </p:pic>
      <p:pic>
        <p:nvPicPr>
          <p:cNvPr id="10" name="Google Shape;10;p1"/>
          <p:cNvPicPr preferRelativeResize="0"/>
          <p:nvPr/>
        </p:nvPicPr>
        <p:blipFill rotWithShape="1">
          <a:blip r:embed="rId5">
            <a:alphaModFix/>
          </a:blip>
          <a:srcRect b="0" l="0" r="0" t="0"/>
          <a:stretch/>
        </p:blipFill>
        <p:spPr>
          <a:xfrm>
            <a:off x="7683500" y="2124075"/>
            <a:ext cx="3308350" cy="3028950"/>
          </a:xfrm>
          <a:prstGeom prst="rect">
            <a:avLst/>
          </a:prstGeom>
          <a:noFill/>
          <a:ln>
            <a:noFill/>
          </a:ln>
        </p:spPr>
      </p:pic>
      <p:grpSp>
        <p:nvGrpSpPr>
          <p:cNvPr id="11" name="Google Shape;11;p1"/>
          <p:cNvGrpSpPr/>
          <p:nvPr/>
        </p:nvGrpSpPr>
        <p:grpSpPr>
          <a:xfrm>
            <a:off x="8166100" y="1577975"/>
            <a:ext cx="2343150" cy="2584450"/>
            <a:chOff x="8166100" y="1047750"/>
            <a:chExt cx="2343150" cy="2584450"/>
          </a:xfrm>
        </p:grpSpPr>
        <p:pic>
          <p:nvPicPr>
            <p:cNvPr id="12" name="Google Shape;12;p1"/>
            <p:cNvPicPr preferRelativeResize="0"/>
            <p:nvPr/>
          </p:nvPicPr>
          <p:blipFill rotWithShape="1">
            <a:blip r:embed="rId6">
              <a:alphaModFix/>
            </a:blip>
            <a:srcRect b="0" l="0" r="0" t="0"/>
            <a:stretch/>
          </p:blipFill>
          <p:spPr>
            <a:xfrm>
              <a:off x="8166100" y="1593850"/>
              <a:ext cx="2343150" cy="2038350"/>
            </a:xfrm>
            <a:prstGeom prst="rect">
              <a:avLst/>
            </a:prstGeom>
            <a:noFill/>
            <a:ln>
              <a:noFill/>
            </a:ln>
          </p:spPr>
        </p:pic>
        <p:pic>
          <p:nvPicPr>
            <p:cNvPr id="13" name="Google Shape;13;p1"/>
            <p:cNvPicPr preferRelativeResize="0"/>
            <p:nvPr/>
          </p:nvPicPr>
          <p:blipFill rotWithShape="1">
            <a:blip r:embed="rId7">
              <a:alphaModFix/>
            </a:blip>
            <a:srcRect b="0" l="0" r="0" t="0"/>
            <a:stretch/>
          </p:blipFill>
          <p:spPr>
            <a:xfrm>
              <a:off x="8378825" y="1047750"/>
              <a:ext cx="1917700" cy="2565400"/>
            </a:xfrm>
            <a:prstGeom prst="rect">
              <a:avLst/>
            </a:prstGeom>
            <a:noFill/>
            <a:ln>
              <a:noFill/>
            </a:ln>
          </p:spPr>
        </p:pic>
      </p:grpSp>
      <p:pic>
        <p:nvPicPr>
          <p:cNvPr id="14" name="Google Shape;14;p1"/>
          <p:cNvPicPr preferRelativeResize="0"/>
          <p:nvPr/>
        </p:nvPicPr>
        <p:blipFill rotWithShape="1">
          <a:blip r:embed="rId8">
            <a:alphaModFix/>
          </a:blip>
          <a:srcRect b="0" l="0" r="0" t="0"/>
          <a:stretch/>
        </p:blipFill>
        <p:spPr>
          <a:xfrm>
            <a:off x="8651875" y="1958975"/>
            <a:ext cx="1371600" cy="2032000"/>
          </a:xfrm>
          <a:prstGeom prst="rect">
            <a:avLst/>
          </a:prstGeom>
          <a:noFill/>
          <a:ln>
            <a:noFill/>
          </a:ln>
        </p:spPr>
      </p:pic>
      <p:pic>
        <p:nvPicPr>
          <p:cNvPr id="15" name="Google Shape;15;p1"/>
          <p:cNvPicPr preferRelativeResize="0"/>
          <p:nvPr/>
        </p:nvPicPr>
        <p:blipFill rotWithShape="1">
          <a:blip r:embed="rId9">
            <a:alphaModFix/>
          </a:blip>
          <a:srcRect b="0" l="0" r="0" t="0"/>
          <a:stretch/>
        </p:blipFill>
        <p:spPr>
          <a:xfrm>
            <a:off x="7385050" y="2371725"/>
            <a:ext cx="82550" cy="82550"/>
          </a:xfrm>
          <a:prstGeom prst="rect">
            <a:avLst/>
          </a:prstGeom>
          <a:noFill/>
          <a:ln>
            <a:noFill/>
          </a:ln>
        </p:spPr>
      </p:pic>
      <p:pic>
        <p:nvPicPr>
          <p:cNvPr id="16" name="Google Shape;16;p1"/>
          <p:cNvPicPr preferRelativeResize="0"/>
          <p:nvPr/>
        </p:nvPicPr>
        <p:blipFill rotWithShape="1">
          <a:blip r:embed="rId9">
            <a:alphaModFix/>
          </a:blip>
          <a:srcRect b="0" l="0" r="0" t="0"/>
          <a:stretch/>
        </p:blipFill>
        <p:spPr>
          <a:xfrm>
            <a:off x="7188200" y="5172075"/>
            <a:ext cx="82550" cy="82550"/>
          </a:xfrm>
          <a:prstGeom prst="rect">
            <a:avLst/>
          </a:prstGeom>
          <a:noFill/>
          <a:ln>
            <a:noFill/>
          </a:ln>
        </p:spPr>
      </p:pic>
      <p:pic>
        <p:nvPicPr>
          <p:cNvPr id="17" name="Google Shape;17;p1"/>
          <p:cNvPicPr preferRelativeResize="0"/>
          <p:nvPr/>
        </p:nvPicPr>
        <p:blipFill rotWithShape="1">
          <a:blip r:embed="rId9">
            <a:alphaModFix/>
          </a:blip>
          <a:srcRect b="0" l="0" r="0" t="0"/>
          <a:stretch/>
        </p:blipFill>
        <p:spPr>
          <a:xfrm>
            <a:off x="11614150" y="4987925"/>
            <a:ext cx="82550" cy="82550"/>
          </a:xfrm>
          <a:prstGeom prst="rect">
            <a:avLst/>
          </a:prstGeom>
          <a:noFill/>
          <a:ln>
            <a:noFill/>
          </a:ln>
        </p:spPr>
      </p:pic>
      <p:pic>
        <p:nvPicPr>
          <p:cNvPr id="18" name="Google Shape;18;p1"/>
          <p:cNvPicPr preferRelativeResize="0"/>
          <p:nvPr/>
        </p:nvPicPr>
        <p:blipFill rotWithShape="1">
          <a:blip r:embed="rId9">
            <a:alphaModFix/>
          </a:blip>
          <a:srcRect b="0" l="0" r="0" t="0"/>
          <a:stretch/>
        </p:blipFill>
        <p:spPr>
          <a:xfrm>
            <a:off x="11334750" y="1704975"/>
            <a:ext cx="82550" cy="82550"/>
          </a:xfrm>
          <a:prstGeom prst="rect">
            <a:avLst/>
          </a:prstGeom>
          <a:noFill/>
          <a:ln>
            <a:noFill/>
          </a:ln>
        </p:spPr>
      </p:pic>
      <p:pic>
        <p:nvPicPr>
          <p:cNvPr id="19" name="Google Shape;19;p1"/>
          <p:cNvPicPr preferRelativeResize="0"/>
          <p:nvPr/>
        </p:nvPicPr>
        <p:blipFill rotWithShape="1">
          <a:blip r:embed="rId10">
            <a:alphaModFix/>
          </a:blip>
          <a:srcRect b="0" l="0" r="0" t="0"/>
          <a:stretch/>
        </p:blipFill>
        <p:spPr>
          <a:xfrm>
            <a:off x="7956550" y="1349375"/>
            <a:ext cx="228600" cy="228600"/>
          </a:xfrm>
          <a:prstGeom prst="rect">
            <a:avLst/>
          </a:prstGeom>
          <a:noFill/>
          <a:ln>
            <a:noFill/>
          </a:ln>
        </p:spPr>
      </p:pic>
      <p:pic>
        <p:nvPicPr>
          <p:cNvPr id="20" name="Google Shape;20;p1"/>
          <p:cNvPicPr preferRelativeResize="0"/>
          <p:nvPr/>
        </p:nvPicPr>
        <p:blipFill rotWithShape="1">
          <a:blip r:embed="rId11">
            <a:alphaModFix/>
          </a:blip>
          <a:srcRect b="0" l="0" r="0" t="0"/>
          <a:stretch/>
        </p:blipFill>
        <p:spPr>
          <a:xfrm>
            <a:off x="11176000" y="5197475"/>
            <a:ext cx="317500" cy="317500"/>
          </a:xfrm>
          <a:prstGeom prst="rect">
            <a:avLst/>
          </a:prstGeom>
          <a:noFill/>
          <a:ln>
            <a:noFill/>
          </a:ln>
        </p:spPr>
      </p:pic>
      <p:pic>
        <p:nvPicPr>
          <p:cNvPr id="21" name="Google Shape;21;p1"/>
          <p:cNvPicPr preferRelativeResize="0"/>
          <p:nvPr/>
        </p:nvPicPr>
        <p:blipFill rotWithShape="1">
          <a:blip r:embed="rId12">
            <a:alphaModFix/>
          </a:blip>
          <a:srcRect b="0" l="0" r="0" t="0"/>
          <a:stretch/>
        </p:blipFill>
        <p:spPr>
          <a:xfrm>
            <a:off x="11055350" y="1349375"/>
            <a:ext cx="241300" cy="241300"/>
          </a:xfrm>
          <a:prstGeom prst="rect">
            <a:avLst/>
          </a:prstGeom>
          <a:noFill/>
          <a:ln>
            <a:noFill/>
          </a:ln>
        </p:spPr>
      </p:pic>
      <p:pic>
        <p:nvPicPr>
          <p:cNvPr id="22" name="Google Shape;22;p1"/>
          <p:cNvPicPr preferRelativeResize="0"/>
          <p:nvPr/>
        </p:nvPicPr>
        <p:blipFill rotWithShape="1">
          <a:blip r:embed="rId13">
            <a:alphaModFix/>
          </a:blip>
          <a:srcRect b="0" l="0" r="0" t="0"/>
          <a:stretch/>
        </p:blipFill>
        <p:spPr>
          <a:xfrm>
            <a:off x="7346950" y="4791075"/>
            <a:ext cx="241300" cy="241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14"/>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p:tgtEl>
                                          <p:spTgt spid="9"/>
                                        </p:tgtEl>
                                        <p:attrNameLst>
                                          <p:attrName>ppt_w</p:attrName>
                                        </p:attrNameLst>
                                      </p:cBhvr>
                                      <p:tavLst>
                                        <p:tav fmla="" tm="0">
                                          <p:val>
                                            <p:strVal val="0"/>
                                          </p:val>
                                        </p:tav>
                                        <p:tav fmla="" tm="100000">
                                          <p:val>
                                            <p:strVal val="#ppt_w"/>
                                          </p:val>
                                        </p:tav>
                                      </p:tavLst>
                                    </p:anim>
                                    <p:anim calcmode="lin" valueType="num">
                                      <p:cBhvr additive="base">
                                        <p:cTn dur="500"/>
                                        <p:tgtEl>
                                          <p:spTgt spid="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00"/>
                                  </p:stCondLst>
                                  <p:childTnLst>
                                    <p:set>
                                      <p:cBhvr>
                                        <p:cTn dur="1" fill="hold">
                                          <p:stCondLst>
                                            <p:cond delay="0"/>
                                          </p:stCondLst>
                                        </p:cTn>
                                        <p:tgtEl>
                                          <p:spTgt spid="10"/>
                                        </p:tgtEl>
                                        <p:attrNameLst>
                                          <p:attrName>style.visibility</p:attrName>
                                        </p:attrNameLst>
                                      </p:cBhvr>
                                      <p:to>
                                        <p:strVal val="visible"/>
                                      </p:to>
                                    </p:set>
                                    <p:animEffect filter="fade" transition="in">
                                      <p:cBhvr>
                                        <p:cTn dur="500"/>
                                        <p:tgtEl>
                                          <p:spTgt spid="10"/>
                                        </p:tgtEl>
                                      </p:cBhvr>
                                    </p:animEffect>
                                  </p:childTnLst>
                                </p:cTn>
                              </p:par>
                              <p:par>
                                <p:cTn fill="hold" nodeType="withEffect" presetClass="entr" presetID="10" presetSubtype="0">
                                  <p:stCondLst>
                                    <p:cond delay="1000"/>
                                  </p:stCondLst>
                                  <p:childTnLst>
                                    <p:set>
                                      <p:cBhvr>
                                        <p:cTn dur="1" fill="hold">
                                          <p:stCondLst>
                                            <p:cond delay="0"/>
                                          </p:stCondLst>
                                        </p:cTn>
                                        <p:tgtEl>
                                          <p:spTgt spid="11"/>
                                        </p:tgtEl>
                                        <p:attrNameLst>
                                          <p:attrName>style.visibility</p:attrName>
                                        </p:attrNameLst>
                                      </p:cBhvr>
                                      <p:to>
                                        <p:strVal val="visible"/>
                                      </p:to>
                                    </p:set>
                                    <p:animEffect filter="fade" transition="in">
                                      <p:cBhvr>
                                        <p:cTn dur="500"/>
                                        <p:tgtEl>
                                          <p:spTgt spid="11"/>
                                        </p:tgtEl>
                                      </p:cBhvr>
                                    </p:animEffect>
                                  </p:childTnLst>
                                </p:cTn>
                              </p:par>
                              <p:par>
                                <p:cTn fill="hold" nodeType="withEffect" presetClass="entr" presetID="10" presetSubtype="0">
                                  <p:stCondLst>
                                    <p:cond delay="1500"/>
                                  </p:stCondLst>
                                  <p:childTnLst>
                                    <p:set>
                                      <p:cBhvr>
                                        <p:cTn dur="1" fill="hold">
                                          <p:stCondLst>
                                            <p:cond delay="0"/>
                                          </p:stCondLst>
                                        </p:cTn>
                                        <p:tgtEl>
                                          <p:spTgt spid="14"/>
                                        </p:tgtEl>
                                        <p:attrNameLst>
                                          <p:attrName>style.visibility</p:attrName>
                                        </p:attrNameLst>
                                      </p:cBhvr>
                                      <p:to>
                                        <p:strVal val="visible"/>
                                      </p:to>
                                    </p:set>
                                    <p:animEffect filter="fade" transition="in">
                                      <p:cBhvr>
                                        <p:cTn dur="500"/>
                                        <p:tgtEl>
                                          <p:spTgt spid="14"/>
                                        </p:tgtEl>
                                      </p:cBhvr>
                                    </p:animEffect>
                                  </p:childTnLst>
                                </p:cTn>
                              </p:par>
                              <p:par>
                                <p:cTn fill="hold" nodeType="withEffect" presetClass="entr" presetID="10" presetSubtype="0">
                                  <p:stCondLst>
                                    <p:cond delay="500"/>
                                  </p:stCondLst>
                                  <p:childTnLst>
                                    <p:set>
                                      <p:cBhvr>
                                        <p:cTn dur="1" fill="hold">
                                          <p:stCondLst>
                                            <p:cond delay="0"/>
                                          </p:stCondLst>
                                        </p:cTn>
                                        <p:tgtEl>
                                          <p:spTgt spid="19"/>
                                        </p:tgtEl>
                                        <p:attrNameLst>
                                          <p:attrName>style.visibility</p:attrName>
                                        </p:attrNameLst>
                                      </p:cBhvr>
                                      <p:to>
                                        <p:strVal val="visible"/>
                                      </p:to>
                                    </p:set>
                                    <p:animEffect filter="fade" transition="in">
                                      <p:cBhvr>
                                        <p:cTn dur="500"/>
                                        <p:tgtEl>
                                          <p:spTgt spid="19"/>
                                        </p:tgtEl>
                                      </p:cBhvr>
                                    </p:animEffect>
                                  </p:childTnLst>
                                </p:cTn>
                              </p:par>
                              <p:par>
                                <p:cTn fill="hold" nodeType="withEffect" presetClass="entr" presetID="10" presetSubtype="0">
                                  <p:stCondLst>
                                    <p:cond delay="1000"/>
                                  </p:stCondLst>
                                  <p:childTnLst>
                                    <p:set>
                                      <p:cBhvr>
                                        <p:cTn dur="1" fill="hold">
                                          <p:stCondLst>
                                            <p:cond delay="0"/>
                                          </p:stCondLst>
                                        </p:cTn>
                                        <p:tgtEl>
                                          <p:spTgt spid="21"/>
                                        </p:tgtEl>
                                        <p:attrNameLst>
                                          <p:attrName>style.visibility</p:attrName>
                                        </p:attrNameLst>
                                      </p:cBhvr>
                                      <p:to>
                                        <p:strVal val="visible"/>
                                      </p:to>
                                    </p:set>
                                    <p:animEffect filter="fade" transition="in">
                                      <p:cBhvr>
                                        <p:cTn dur="500"/>
                                        <p:tgtEl>
                                          <p:spTgt spid="21"/>
                                        </p:tgtEl>
                                      </p:cBhvr>
                                    </p:animEffect>
                                  </p:childTnLst>
                                </p:cTn>
                              </p:par>
                              <p:par>
                                <p:cTn fill="hold" nodeType="withEffect" presetClass="entr" presetID="10" presetSubtype="0">
                                  <p:stCondLst>
                                    <p:cond delay="1500"/>
                                  </p:stCondLst>
                                  <p:childTnLst>
                                    <p:set>
                                      <p:cBhvr>
                                        <p:cTn dur="1" fill="hold">
                                          <p:stCondLst>
                                            <p:cond delay="0"/>
                                          </p:stCondLst>
                                        </p:cTn>
                                        <p:tgtEl>
                                          <p:spTgt spid="20"/>
                                        </p:tgtEl>
                                        <p:attrNameLst>
                                          <p:attrName>style.visibility</p:attrName>
                                        </p:attrNameLst>
                                      </p:cBhvr>
                                      <p:to>
                                        <p:strVal val="visible"/>
                                      </p:to>
                                    </p:set>
                                    <p:animEffect filter="fade" transition="in">
                                      <p:cBhvr>
                                        <p:cTn dur="500"/>
                                        <p:tgtEl>
                                          <p:spTgt spid="20"/>
                                        </p:tgtEl>
                                      </p:cBhvr>
                                    </p:animEffect>
                                  </p:childTnLst>
                                </p:cTn>
                              </p:par>
                              <p:par>
                                <p:cTn fill="hold" nodeType="withEffect" presetClass="entr" presetID="10" presetSubtype="0">
                                  <p:stCondLst>
                                    <p:cond delay="2000"/>
                                  </p:stCondLst>
                                  <p:childTnLst>
                                    <p:set>
                                      <p:cBhvr>
                                        <p:cTn dur="1" fill="hold">
                                          <p:stCondLst>
                                            <p:cond delay="0"/>
                                          </p:stCondLst>
                                        </p:cTn>
                                        <p:tgtEl>
                                          <p:spTgt spid="18"/>
                                        </p:tgtEl>
                                        <p:attrNameLst>
                                          <p:attrName>style.visibility</p:attrName>
                                        </p:attrNameLst>
                                      </p:cBhvr>
                                      <p:to>
                                        <p:strVal val="visible"/>
                                      </p:to>
                                    </p:set>
                                    <p:animEffect filter="fade" transition="in">
                                      <p:cBhvr>
                                        <p:cTn dur="500"/>
                                        <p:tgtEl>
                                          <p:spTgt spid="18"/>
                                        </p:tgtEl>
                                      </p:cBhvr>
                                    </p:animEffect>
                                  </p:childTnLst>
                                </p:cTn>
                              </p:par>
                              <p:par>
                                <p:cTn fill="hold" nodeType="withEffect" presetClass="entr" presetID="10" presetSubtype="0">
                                  <p:stCondLst>
                                    <p:cond delay="2500"/>
                                  </p:stCondLst>
                                  <p:childTnLst>
                                    <p:set>
                                      <p:cBhvr>
                                        <p:cTn dur="1" fill="hold">
                                          <p:stCondLst>
                                            <p:cond delay="0"/>
                                          </p:stCondLst>
                                        </p:cTn>
                                        <p:tgtEl>
                                          <p:spTgt spid="15"/>
                                        </p:tgtEl>
                                        <p:attrNameLst>
                                          <p:attrName>style.visibility</p:attrName>
                                        </p:attrNameLst>
                                      </p:cBhvr>
                                      <p:to>
                                        <p:strVal val="visible"/>
                                      </p:to>
                                    </p:set>
                                    <p:animEffect filter="fade" transition="in">
                                      <p:cBhvr>
                                        <p:cTn dur="500"/>
                                        <p:tgtEl>
                                          <p:spTgt spid="15"/>
                                        </p:tgtEl>
                                      </p:cBhvr>
                                    </p:animEffect>
                                  </p:childTnLst>
                                </p:cTn>
                              </p:par>
                              <p:par>
                                <p:cTn fill="hold" nodeType="withEffect" presetClass="entr" presetID="10" presetSubtype="0">
                                  <p:stCondLst>
                                    <p:cond delay="3000"/>
                                  </p:stCondLst>
                                  <p:childTnLst>
                                    <p:set>
                                      <p:cBhvr>
                                        <p:cTn dur="1" fill="hold">
                                          <p:stCondLst>
                                            <p:cond delay="0"/>
                                          </p:stCondLst>
                                        </p:cTn>
                                        <p:tgtEl>
                                          <p:spTgt spid="16"/>
                                        </p:tgtEl>
                                        <p:attrNameLst>
                                          <p:attrName>style.visibility</p:attrName>
                                        </p:attrNameLst>
                                      </p:cBhvr>
                                      <p:to>
                                        <p:strVal val="visible"/>
                                      </p:to>
                                    </p:set>
                                    <p:animEffect filter="fade" transition="in">
                                      <p:cBhvr>
                                        <p:cTn dur="500"/>
                                        <p:tgtEl>
                                          <p:spTgt spid="16"/>
                                        </p:tgtEl>
                                      </p:cBhvr>
                                    </p:animEffect>
                                  </p:childTnLst>
                                </p:cTn>
                              </p:par>
                              <p:par>
                                <p:cTn fill="hold" nodeType="withEffect" presetClass="entr" presetID="10" presetSubtype="0">
                                  <p:stCondLst>
                                    <p:cond delay="1000"/>
                                  </p:stCondLst>
                                  <p:childTnLst>
                                    <p:set>
                                      <p:cBhvr>
                                        <p:cTn dur="1" fill="hold">
                                          <p:stCondLst>
                                            <p:cond delay="0"/>
                                          </p:stCondLst>
                                        </p:cTn>
                                        <p:tgtEl>
                                          <p:spTgt spid="8"/>
                                        </p:tgtEl>
                                        <p:attrNameLst>
                                          <p:attrName>style.visibility</p:attrName>
                                        </p:attrNameLst>
                                      </p:cBhvr>
                                      <p:to>
                                        <p:strVal val="visible"/>
                                      </p:to>
                                    </p:set>
                                    <p:animEffect filter="fade" transition="in">
                                      <p:cBhvr>
                                        <p:cTn dur="2000"/>
                                        <p:tgtEl>
                                          <p:spTgt spid="8"/>
                                        </p:tgtEl>
                                      </p:cBhvr>
                                    </p:animEffect>
                                  </p:childTnLst>
                                </p:cTn>
                              </p:par>
                              <p:par>
                                <p:cTn fill="hold" nodeType="withEffect" presetClass="entr" presetID="10" presetSubtype="0">
                                  <p:stCondLst>
                                    <p:cond delay="1500"/>
                                  </p:stCondLst>
                                  <p:childTnLst>
                                    <p:set>
                                      <p:cBhvr>
                                        <p:cTn dur="1" fill="hold">
                                          <p:stCondLst>
                                            <p:cond delay="0"/>
                                          </p:stCondLst>
                                        </p:cTn>
                                        <p:tgtEl>
                                          <p:spTgt spid="22"/>
                                        </p:tgtEl>
                                        <p:attrNameLst>
                                          <p:attrName>style.visibility</p:attrName>
                                        </p:attrNameLst>
                                      </p:cBhvr>
                                      <p:to>
                                        <p:strVal val="visible"/>
                                      </p:to>
                                    </p:set>
                                    <p:animEffect filter="fade" transition="in">
                                      <p:cBhvr>
                                        <p:cTn dur="500"/>
                                        <p:tgtEl>
                                          <p:spTgt spid="22"/>
                                        </p:tgtEl>
                                      </p:cBhvr>
                                    </p:animEffect>
                                  </p:childTnLst>
                                </p:cTn>
                              </p:par>
                              <p:par>
                                <p:cTn fill="hold" nodeType="withEffect" presetClass="entr" presetID="10" presetSubtype="0">
                                  <p:stCondLst>
                                    <p:cond delay="3000"/>
                                  </p:stCondLst>
                                  <p:childTnLst>
                                    <p:set>
                                      <p:cBhvr>
                                        <p:cTn dur="1" fill="hold">
                                          <p:stCondLst>
                                            <p:cond delay="0"/>
                                          </p:stCondLst>
                                        </p:cTn>
                                        <p:tgtEl>
                                          <p:spTgt spid="17"/>
                                        </p:tgtEl>
                                        <p:attrNameLst>
                                          <p:attrName>style.visibility</p:attrName>
                                        </p:attrNameLst>
                                      </p:cBhvr>
                                      <p:to>
                                        <p:strVal val="visible"/>
                                      </p:to>
                                    </p:set>
                                    <p:animEffect filter="fade" transition="in">
                                      <p:cBhvr>
                                        <p:cTn dur="500"/>
                                        <p:tgtEl>
                                          <p:spTgt spid="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6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6" name="Shape 26"/>
        <p:cNvGrpSpPr/>
        <p:nvPr/>
      </p:nvGrpSpPr>
      <p:grpSpPr>
        <a:xfrm>
          <a:off x="0" y="0"/>
          <a:ext cx="0" cy="0"/>
          <a:chOff x="0" y="0"/>
          <a:chExt cx="0" cy="0"/>
        </a:xfrm>
      </p:grpSpPr>
      <p:pic>
        <p:nvPicPr>
          <p:cNvPr id="27" name="Google Shape;27;p3"/>
          <p:cNvPicPr preferRelativeResize="0"/>
          <p:nvPr/>
        </p:nvPicPr>
        <p:blipFill rotWithShape="1">
          <a:blip r:embed="rId1">
            <a:alphaModFix/>
          </a:blip>
          <a:srcRect b="0" l="0" r="0" t="0"/>
          <a:stretch/>
        </p:blipFill>
        <p:spPr>
          <a:xfrm>
            <a:off x="9753600" y="4356100"/>
            <a:ext cx="2438400" cy="2165350"/>
          </a:xfrm>
          <a:prstGeom prst="rect">
            <a:avLst/>
          </a:prstGeom>
          <a:noFill/>
          <a:ln>
            <a:noFill/>
          </a:ln>
        </p:spPr>
      </p:pic>
      <p:pic>
        <p:nvPicPr>
          <p:cNvPr id="28" name="Google Shape;28;p3"/>
          <p:cNvPicPr preferRelativeResize="0"/>
          <p:nvPr/>
        </p:nvPicPr>
        <p:blipFill rotWithShape="1">
          <a:blip r:embed="rId2">
            <a:alphaModFix/>
          </a:blip>
          <a:srcRect b="0" l="0" r="0" t="0"/>
          <a:stretch/>
        </p:blipFill>
        <p:spPr>
          <a:xfrm>
            <a:off x="10814050" y="2476500"/>
            <a:ext cx="1377950" cy="2165350"/>
          </a:xfrm>
          <a:prstGeom prst="rect">
            <a:avLst/>
          </a:prstGeom>
          <a:noFill/>
          <a:ln>
            <a:noFill/>
          </a:ln>
        </p:spPr>
      </p:pic>
      <p:pic>
        <p:nvPicPr>
          <p:cNvPr id="29" name="Google Shape;29;p3"/>
          <p:cNvPicPr preferRelativeResize="0"/>
          <p:nvPr/>
        </p:nvPicPr>
        <p:blipFill rotWithShape="1">
          <a:blip r:embed="rId3">
            <a:alphaModFix/>
          </a:blip>
          <a:srcRect b="0" l="0" r="0" t="0"/>
          <a:stretch/>
        </p:blipFill>
        <p:spPr>
          <a:xfrm>
            <a:off x="11804650" y="841375"/>
            <a:ext cx="387350" cy="781050"/>
          </a:xfrm>
          <a:prstGeom prst="rect">
            <a:avLst/>
          </a:prstGeom>
          <a:noFill/>
          <a:ln>
            <a:noFill/>
          </a:ln>
        </p:spPr>
      </p:pic>
      <p:pic>
        <p:nvPicPr>
          <p:cNvPr id="30" name="Google Shape;30;p3"/>
          <p:cNvPicPr preferRelativeResize="0"/>
          <p:nvPr/>
        </p:nvPicPr>
        <p:blipFill rotWithShape="1">
          <a:blip r:embed="rId4">
            <a:alphaModFix/>
          </a:blip>
          <a:srcRect b="0" l="0" r="0" t="0"/>
          <a:stretch/>
        </p:blipFill>
        <p:spPr>
          <a:xfrm>
            <a:off x="11245850" y="4864100"/>
            <a:ext cx="946150" cy="1987550"/>
          </a:xfrm>
          <a:prstGeom prst="rect">
            <a:avLst/>
          </a:prstGeom>
          <a:noFill/>
          <a:ln>
            <a:noFill/>
          </a:ln>
        </p:spPr>
      </p:pic>
      <p:pic>
        <p:nvPicPr>
          <p:cNvPr id="31" name="Google Shape;31;p3"/>
          <p:cNvPicPr preferRelativeResize="0"/>
          <p:nvPr/>
        </p:nvPicPr>
        <p:blipFill rotWithShape="1">
          <a:blip r:embed="rId5">
            <a:alphaModFix/>
          </a:blip>
          <a:srcRect b="0" l="0" r="0" t="0"/>
          <a:stretch/>
        </p:blipFill>
        <p:spPr>
          <a:xfrm>
            <a:off x="10579100" y="5162550"/>
            <a:ext cx="1301750" cy="901700"/>
          </a:xfrm>
          <a:prstGeom prst="rect">
            <a:avLst/>
          </a:prstGeom>
          <a:noFill/>
          <a:ln>
            <a:noFill/>
          </a:ln>
        </p:spPr>
      </p:pic>
      <p:pic>
        <p:nvPicPr>
          <p:cNvPr id="32" name="Google Shape;32;p3"/>
          <p:cNvPicPr preferRelativeResize="0"/>
          <p:nvPr/>
        </p:nvPicPr>
        <p:blipFill rotWithShape="1">
          <a:blip r:embed="rId6">
            <a:alphaModFix/>
          </a:blip>
          <a:srcRect b="0" l="0" r="0" t="0"/>
          <a:stretch/>
        </p:blipFill>
        <p:spPr>
          <a:xfrm>
            <a:off x="11334750" y="2851150"/>
            <a:ext cx="857250" cy="952500"/>
          </a:xfrm>
          <a:prstGeom prst="rect">
            <a:avLst/>
          </a:prstGeom>
          <a:noFill/>
          <a:ln>
            <a:noFill/>
          </a:ln>
        </p:spPr>
      </p:pic>
      <p:pic>
        <p:nvPicPr>
          <p:cNvPr id="33" name="Google Shape;33;p3"/>
          <p:cNvPicPr preferRelativeResize="0"/>
          <p:nvPr/>
        </p:nvPicPr>
        <p:blipFill rotWithShape="1">
          <a:blip r:embed="rId7">
            <a:alphaModFix/>
          </a:blip>
          <a:srcRect b="0" l="0" r="0" t="0"/>
          <a:stretch/>
        </p:blipFill>
        <p:spPr>
          <a:xfrm>
            <a:off x="10883900" y="3143250"/>
            <a:ext cx="1016000" cy="444500"/>
          </a:xfrm>
          <a:prstGeom prst="rect">
            <a:avLst/>
          </a:prstGeom>
          <a:noFill/>
          <a:ln>
            <a:noFill/>
          </a:ln>
        </p:spPr>
      </p:pic>
      <p:pic>
        <p:nvPicPr>
          <p:cNvPr id="34" name="Google Shape;34;p3"/>
          <p:cNvPicPr preferRelativeResize="0"/>
          <p:nvPr/>
        </p:nvPicPr>
        <p:blipFill rotWithShape="1">
          <a:blip r:embed="rId8">
            <a:alphaModFix/>
          </a:blip>
          <a:srcRect b="0" l="0" r="0" t="0"/>
          <a:stretch/>
        </p:blipFill>
        <p:spPr>
          <a:xfrm>
            <a:off x="10496550" y="6153150"/>
            <a:ext cx="1466850" cy="704850"/>
          </a:xfrm>
          <a:prstGeom prst="rect">
            <a:avLst/>
          </a:prstGeom>
          <a:noFill/>
          <a:ln>
            <a:noFill/>
          </a:ln>
        </p:spPr>
      </p:pic>
      <p:pic>
        <p:nvPicPr>
          <p:cNvPr id="35" name="Google Shape;35;p3"/>
          <p:cNvPicPr preferRelativeResize="0"/>
          <p:nvPr/>
        </p:nvPicPr>
        <p:blipFill rotWithShape="1">
          <a:blip r:embed="rId9">
            <a:alphaModFix/>
          </a:blip>
          <a:srcRect b="0" l="0" r="0" t="0"/>
          <a:stretch/>
        </p:blipFill>
        <p:spPr>
          <a:xfrm>
            <a:off x="11563350" y="1837870"/>
            <a:ext cx="69850" cy="69850"/>
          </a:xfrm>
          <a:prstGeom prst="rect">
            <a:avLst/>
          </a:prstGeom>
          <a:noFill/>
          <a:ln>
            <a:noFill/>
          </a:ln>
        </p:spPr>
      </p:pic>
      <p:pic>
        <p:nvPicPr>
          <p:cNvPr id="36" name="Google Shape;36;p3"/>
          <p:cNvPicPr preferRelativeResize="0"/>
          <p:nvPr/>
        </p:nvPicPr>
        <p:blipFill rotWithShape="1">
          <a:blip r:embed="rId10">
            <a:alphaModFix/>
          </a:blip>
          <a:srcRect b="0" l="0" r="0" t="0"/>
          <a:stretch/>
        </p:blipFill>
        <p:spPr>
          <a:xfrm>
            <a:off x="10471150" y="6350000"/>
            <a:ext cx="50800" cy="50800"/>
          </a:xfrm>
          <a:prstGeom prst="rect">
            <a:avLst/>
          </a:prstGeom>
          <a:noFill/>
          <a:ln>
            <a:noFill/>
          </a:ln>
        </p:spPr>
      </p:pic>
      <p:pic>
        <p:nvPicPr>
          <p:cNvPr id="37" name="Google Shape;37;p3"/>
          <p:cNvPicPr preferRelativeResize="0"/>
          <p:nvPr/>
        </p:nvPicPr>
        <p:blipFill rotWithShape="1">
          <a:blip r:embed="rId10">
            <a:alphaModFix/>
          </a:blip>
          <a:srcRect b="0" l="0" r="0" t="0"/>
          <a:stretch/>
        </p:blipFill>
        <p:spPr>
          <a:xfrm>
            <a:off x="10496550" y="5099050"/>
            <a:ext cx="50800" cy="50800"/>
          </a:xfrm>
          <a:prstGeom prst="rect">
            <a:avLst/>
          </a:prstGeom>
          <a:noFill/>
          <a:ln>
            <a:noFill/>
          </a:ln>
        </p:spPr>
      </p:pic>
      <p:pic>
        <p:nvPicPr>
          <p:cNvPr id="38" name="Google Shape;38;p3"/>
          <p:cNvPicPr preferRelativeResize="0"/>
          <p:nvPr/>
        </p:nvPicPr>
        <p:blipFill rotWithShape="1">
          <a:blip r:embed="rId11">
            <a:alphaModFix/>
          </a:blip>
          <a:srcRect b="0" l="0" r="0" t="0"/>
          <a:stretch/>
        </p:blipFill>
        <p:spPr>
          <a:xfrm>
            <a:off x="10591800" y="4984750"/>
            <a:ext cx="25400" cy="25400"/>
          </a:xfrm>
          <a:prstGeom prst="rect">
            <a:avLst/>
          </a:prstGeom>
          <a:noFill/>
          <a:ln>
            <a:noFill/>
          </a:ln>
        </p:spPr>
      </p:pic>
      <p:pic>
        <p:nvPicPr>
          <p:cNvPr id="39" name="Google Shape;39;p3"/>
          <p:cNvPicPr preferRelativeResize="0"/>
          <p:nvPr/>
        </p:nvPicPr>
        <p:blipFill rotWithShape="1">
          <a:blip r:embed="rId12">
            <a:alphaModFix/>
          </a:blip>
          <a:srcRect b="0" l="0" r="0" t="0"/>
          <a:stretch/>
        </p:blipFill>
        <p:spPr>
          <a:xfrm>
            <a:off x="11449050" y="4572000"/>
            <a:ext cx="44450" cy="44450"/>
          </a:xfrm>
          <a:prstGeom prst="rect">
            <a:avLst/>
          </a:prstGeom>
          <a:noFill/>
          <a:ln>
            <a:noFill/>
          </a:ln>
        </p:spPr>
      </p:pic>
      <p:pic>
        <p:nvPicPr>
          <p:cNvPr id="40" name="Google Shape;40;p3"/>
          <p:cNvPicPr preferRelativeResize="0"/>
          <p:nvPr/>
        </p:nvPicPr>
        <p:blipFill rotWithShape="1">
          <a:blip r:embed="rId13">
            <a:alphaModFix/>
          </a:blip>
          <a:srcRect b="0" l="0" r="0" t="0"/>
          <a:stretch/>
        </p:blipFill>
        <p:spPr>
          <a:xfrm>
            <a:off x="11303000" y="1856920"/>
            <a:ext cx="190500" cy="190500"/>
          </a:xfrm>
          <a:prstGeom prst="rect">
            <a:avLst/>
          </a:prstGeom>
          <a:noFill/>
          <a:ln>
            <a:noFill/>
          </a:ln>
        </p:spPr>
      </p:pic>
      <p:pic>
        <p:nvPicPr>
          <p:cNvPr id="41" name="Google Shape;41;p3"/>
          <p:cNvPicPr preferRelativeResize="0"/>
          <p:nvPr/>
        </p:nvPicPr>
        <p:blipFill rotWithShape="1">
          <a:blip r:embed="rId13">
            <a:alphaModFix/>
          </a:blip>
          <a:srcRect b="0" l="0" r="0" t="0"/>
          <a:stretch/>
        </p:blipFill>
        <p:spPr>
          <a:xfrm>
            <a:off x="11506200" y="4343400"/>
            <a:ext cx="190500" cy="190500"/>
          </a:xfrm>
          <a:prstGeom prst="rect">
            <a:avLst/>
          </a:prstGeom>
          <a:noFill/>
          <a:ln>
            <a:noFill/>
          </a:ln>
        </p:spPr>
      </p:pic>
      <p:pic>
        <p:nvPicPr>
          <p:cNvPr id="42" name="Google Shape;42;p3"/>
          <p:cNvPicPr preferRelativeResize="0"/>
          <p:nvPr/>
        </p:nvPicPr>
        <p:blipFill rotWithShape="1">
          <a:blip r:embed="rId13">
            <a:alphaModFix/>
          </a:blip>
          <a:srcRect b="0" l="0" r="0" t="0"/>
          <a:stretch/>
        </p:blipFill>
        <p:spPr>
          <a:xfrm>
            <a:off x="10236200" y="6197600"/>
            <a:ext cx="190500" cy="190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14"/>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p:tgtEl>
                                          <p:spTgt spid="3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5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p:tgtEl>
                                          <p:spTgt spid="3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0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par>
                                <p:cTn fill="hold" nodeType="withEffect" presetClass="entr" presetID="10" presetSubtype="0">
                                  <p:stCondLst>
                                    <p:cond delay="50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par>
                                <p:cTn fill="hold" nodeType="withEffect" presetClass="entr" presetID="2" presetSubtype="2">
                                  <p:stCondLst>
                                    <p:cond delay="150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p:tgtEl>
                                          <p:spTgt spid="30"/>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00"/>
                                  </p:stCondLst>
                                  <p:childTnLst>
                                    <p:set>
                                      <p:cBhvr>
                                        <p:cTn dur="1" fill="hold">
                                          <p:stCondLst>
                                            <p:cond delay="0"/>
                                          </p:stCondLst>
                                        </p:cTn>
                                        <p:tgtEl>
                                          <p:spTgt spid="29"/>
                                        </p:tgtEl>
                                        <p:attrNameLst>
                                          <p:attrName>style.visibility</p:attrName>
                                        </p:attrNameLst>
                                      </p:cBhvr>
                                      <p:to>
                                        <p:strVal val="visible"/>
                                      </p:to>
                                    </p:set>
                                    <p:animEffect filter="fade" transition="in">
                                      <p:cBhvr>
                                        <p:cTn dur="1000"/>
                                        <p:tgtEl>
                                          <p:spTgt spid="29"/>
                                        </p:tgtEl>
                                      </p:cBhvr>
                                    </p:animEffect>
                                  </p:childTnLst>
                                </p:cTn>
                              </p:par>
                              <p:par>
                                <p:cTn fill="hold" nodeType="withEffect" presetClass="entr" presetID="10" presetSubtype="0">
                                  <p:stCondLst>
                                    <p:cond delay="0"/>
                                  </p:stCondLst>
                                  <p:childTnLst>
                                    <p:set>
                                      <p:cBhvr>
                                        <p:cTn dur="1" fill="hold">
                                          <p:stCondLst>
                                            <p:cond delay="0"/>
                                          </p:stCondLst>
                                        </p:cTn>
                                        <p:tgtEl>
                                          <p:spTgt spid="27"/>
                                        </p:tgtEl>
                                        <p:attrNameLst>
                                          <p:attrName>style.visibility</p:attrName>
                                        </p:attrNameLst>
                                      </p:cBhvr>
                                      <p:to>
                                        <p:strVal val="visible"/>
                                      </p:to>
                                    </p:set>
                                    <p:animEffect filter="fade" transition="in">
                                      <p:cBhvr>
                                        <p:cTn dur="2000"/>
                                        <p:tgtEl>
                                          <p:spTgt spid="27"/>
                                        </p:tgtEl>
                                      </p:cBhvr>
                                    </p:animEffect>
                                  </p:childTnLst>
                                </p:cTn>
                              </p:par>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2000"/>
                                        <p:tgtEl>
                                          <p:spTgt spid="28"/>
                                        </p:tgtEl>
                                      </p:cBhvr>
                                    </p:animEffect>
                                  </p:childTnLst>
                                </p:cTn>
                              </p:par>
                              <p:par>
                                <p:cTn fill="hold" nodeType="with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500"/>
                                        <p:tgtEl>
                                          <p:spTgt spid="41"/>
                                        </p:tgtEl>
                                      </p:cBhvr>
                                    </p:animEffect>
                                  </p:childTnLst>
                                </p:cTn>
                              </p:par>
                              <p:par>
                                <p:cTn fill="hold" nodeType="withEffect" presetClass="entr" presetID="10" presetSubtype="0">
                                  <p:stCondLst>
                                    <p:cond delay="500"/>
                                  </p:stCondLst>
                                  <p:childTnLst>
                                    <p:set>
                                      <p:cBhvr>
                                        <p:cTn dur="1" fill="hold">
                                          <p:stCondLst>
                                            <p:cond delay="0"/>
                                          </p:stCondLst>
                                        </p:cTn>
                                        <p:tgtEl>
                                          <p:spTgt spid="40"/>
                                        </p:tgtEl>
                                        <p:attrNameLst>
                                          <p:attrName>style.visibility</p:attrName>
                                        </p:attrNameLst>
                                      </p:cBhvr>
                                      <p:to>
                                        <p:strVal val="visible"/>
                                      </p:to>
                                    </p:set>
                                    <p:animEffect filter="fade" transition="in">
                                      <p:cBhvr>
                                        <p:cTn dur="500"/>
                                        <p:tgtEl>
                                          <p:spTgt spid="40"/>
                                        </p:tgtEl>
                                      </p:cBhvr>
                                    </p:animEffect>
                                  </p:childTnLst>
                                </p:cTn>
                              </p:par>
                              <p:par>
                                <p:cTn fill="hold" nodeType="withEffect" presetClass="entr" presetID="10" presetSubtype="0">
                                  <p:stCondLst>
                                    <p:cond delay="1000"/>
                                  </p:stCondLst>
                                  <p:childTnLst>
                                    <p:set>
                                      <p:cBhvr>
                                        <p:cTn dur="1" fill="hold">
                                          <p:stCondLst>
                                            <p:cond delay="0"/>
                                          </p:stCondLst>
                                        </p:cTn>
                                        <p:tgtEl>
                                          <p:spTgt spid="37"/>
                                        </p:tgtEl>
                                        <p:attrNameLst>
                                          <p:attrName>style.visibility</p:attrName>
                                        </p:attrNameLst>
                                      </p:cBhvr>
                                      <p:to>
                                        <p:strVal val="visible"/>
                                      </p:to>
                                    </p:set>
                                    <p:animEffect filter="fade" transition="in">
                                      <p:cBhvr>
                                        <p:cTn dur="500"/>
                                        <p:tgtEl>
                                          <p:spTgt spid="37"/>
                                        </p:tgtEl>
                                      </p:cBhvr>
                                    </p:animEffect>
                                  </p:childTnLst>
                                </p:cTn>
                              </p:par>
                              <p:par>
                                <p:cTn fill="hold" nodeType="withEffect" presetClass="entr" presetID="10" presetSubtype="0">
                                  <p:stCondLst>
                                    <p:cond delay="200"/>
                                  </p:stCondLst>
                                  <p:childTnLst>
                                    <p:set>
                                      <p:cBhvr>
                                        <p:cTn dur="1" fill="hold">
                                          <p:stCondLst>
                                            <p:cond delay="0"/>
                                          </p:stCondLst>
                                        </p:cTn>
                                        <p:tgtEl>
                                          <p:spTgt spid="39"/>
                                        </p:tgtEl>
                                        <p:attrNameLst>
                                          <p:attrName>style.visibility</p:attrName>
                                        </p:attrNameLst>
                                      </p:cBhvr>
                                      <p:to>
                                        <p:strVal val="visible"/>
                                      </p:to>
                                    </p:set>
                                    <p:animEffect filter="fade" transition="in">
                                      <p:cBhvr>
                                        <p:cTn dur="500"/>
                                        <p:tgtEl>
                                          <p:spTgt spid="39"/>
                                        </p:tgtEl>
                                      </p:cBhvr>
                                    </p:animEffect>
                                  </p:childTnLst>
                                </p:cTn>
                              </p:par>
                              <p:par>
                                <p:cTn fill="hold" nodeType="withEffect" presetClass="entr" presetID="10" presetSubtype="0">
                                  <p:stCondLst>
                                    <p:cond delay="100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par>
                                <p:cTn fill="hold" nodeType="withEffect" presetClass="entr" presetID="10" presetSubtype="0">
                                  <p:stCondLst>
                                    <p:cond delay="1000"/>
                                  </p:stCondLst>
                                  <p:childTnLst>
                                    <p:set>
                                      <p:cBhvr>
                                        <p:cTn dur="1" fill="hold">
                                          <p:stCondLst>
                                            <p:cond delay="0"/>
                                          </p:stCondLst>
                                        </p:cTn>
                                        <p:tgtEl>
                                          <p:spTgt spid="38"/>
                                        </p:tgtEl>
                                        <p:attrNameLst>
                                          <p:attrName>style.visibility</p:attrName>
                                        </p:attrNameLst>
                                      </p:cBhvr>
                                      <p:to>
                                        <p:strVal val="visible"/>
                                      </p:to>
                                    </p:set>
                                    <p:animEffect filter="fade" transition="in">
                                      <p:cBhvr>
                                        <p:cTn dur="500"/>
                                        <p:tgtEl>
                                          <p:spTgt spid="38"/>
                                        </p:tgtEl>
                                      </p:cBhvr>
                                    </p:animEffect>
                                  </p:childTnLst>
                                </p:cTn>
                              </p:par>
                              <p:par>
                                <p:cTn fill="hold" nodeType="withEffect" presetClass="entr" presetID="10" presetSubtype="0">
                                  <p:stCondLst>
                                    <p:cond delay="100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par>
                                <p:cTn fill="hold" nodeType="withEffect" presetClass="entr" presetID="10" presetSubtype="0">
                                  <p:stCondLst>
                                    <p:cond delay="1000"/>
                                  </p:stCondLst>
                                  <p:childTnLst>
                                    <p:set>
                                      <p:cBhvr>
                                        <p:cTn dur="1" fill="hold">
                                          <p:stCondLst>
                                            <p:cond delay="0"/>
                                          </p:stCondLst>
                                        </p:cTn>
                                        <p:tgtEl>
                                          <p:spTgt spid="35"/>
                                        </p:tgtEl>
                                        <p:attrNameLst>
                                          <p:attrName>style.visibility</p:attrName>
                                        </p:attrNameLst>
                                      </p:cBhvr>
                                      <p:to>
                                        <p:strVal val="visible"/>
                                      </p:to>
                                    </p:set>
                                    <p:animEffect filter="fade" transition="in">
                                      <p:cBhvr>
                                        <p:cTn dur="500"/>
                                        <p:tgtEl>
                                          <p:spTgt spid="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46" name="Shape 46"/>
        <p:cNvGrpSpPr/>
        <p:nvPr/>
      </p:nvGrpSpPr>
      <p:grpSpPr>
        <a:xfrm>
          <a:off x="0" y="0"/>
          <a:ext cx="0" cy="0"/>
          <a:chOff x="0" y="0"/>
          <a:chExt cx="0" cy="0"/>
        </a:xfrm>
      </p:grpSpPr>
      <p:pic>
        <p:nvPicPr>
          <p:cNvPr id="47" name="Google Shape;47;p5"/>
          <p:cNvPicPr preferRelativeResize="0"/>
          <p:nvPr/>
        </p:nvPicPr>
        <p:blipFill rotWithShape="1">
          <a:blip r:embed="rId1">
            <a:alphaModFix/>
          </a:blip>
          <a:srcRect b="0" l="0" r="0" t="0"/>
          <a:stretch/>
        </p:blipFill>
        <p:spPr>
          <a:xfrm>
            <a:off x="9753600" y="4356100"/>
            <a:ext cx="2438400" cy="2165350"/>
          </a:xfrm>
          <a:prstGeom prst="rect">
            <a:avLst/>
          </a:prstGeom>
          <a:noFill/>
          <a:ln>
            <a:noFill/>
          </a:ln>
        </p:spPr>
      </p:pic>
      <p:pic>
        <p:nvPicPr>
          <p:cNvPr id="48" name="Google Shape;48;p5"/>
          <p:cNvPicPr preferRelativeResize="0"/>
          <p:nvPr/>
        </p:nvPicPr>
        <p:blipFill rotWithShape="1">
          <a:blip r:embed="rId2">
            <a:alphaModFix/>
          </a:blip>
          <a:srcRect b="0" l="0" r="0" t="0"/>
          <a:stretch/>
        </p:blipFill>
        <p:spPr>
          <a:xfrm>
            <a:off x="10814050" y="2476500"/>
            <a:ext cx="1377950" cy="2165350"/>
          </a:xfrm>
          <a:prstGeom prst="rect">
            <a:avLst/>
          </a:prstGeom>
          <a:noFill/>
          <a:ln>
            <a:noFill/>
          </a:ln>
        </p:spPr>
      </p:pic>
      <p:pic>
        <p:nvPicPr>
          <p:cNvPr id="49" name="Google Shape;49;p5"/>
          <p:cNvPicPr preferRelativeResize="0"/>
          <p:nvPr/>
        </p:nvPicPr>
        <p:blipFill rotWithShape="1">
          <a:blip r:embed="rId3">
            <a:alphaModFix/>
          </a:blip>
          <a:srcRect b="0" l="0" r="0" t="0"/>
          <a:stretch/>
        </p:blipFill>
        <p:spPr>
          <a:xfrm>
            <a:off x="11804650" y="841375"/>
            <a:ext cx="387350" cy="781050"/>
          </a:xfrm>
          <a:prstGeom prst="rect">
            <a:avLst/>
          </a:prstGeom>
          <a:noFill/>
          <a:ln>
            <a:noFill/>
          </a:ln>
        </p:spPr>
      </p:pic>
      <p:pic>
        <p:nvPicPr>
          <p:cNvPr id="50" name="Google Shape;50;p5"/>
          <p:cNvPicPr preferRelativeResize="0"/>
          <p:nvPr/>
        </p:nvPicPr>
        <p:blipFill rotWithShape="1">
          <a:blip r:embed="rId4">
            <a:alphaModFix/>
          </a:blip>
          <a:srcRect b="0" l="0" r="0" t="0"/>
          <a:stretch/>
        </p:blipFill>
        <p:spPr>
          <a:xfrm>
            <a:off x="11245850" y="4864100"/>
            <a:ext cx="946150" cy="1987550"/>
          </a:xfrm>
          <a:prstGeom prst="rect">
            <a:avLst/>
          </a:prstGeom>
          <a:noFill/>
          <a:ln>
            <a:noFill/>
          </a:ln>
        </p:spPr>
      </p:pic>
      <p:pic>
        <p:nvPicPr>
          <p:cNvPr id="51" name="Google Shape;51;p5"/>
          <p:cNvPicPr preferRelativeResize="0"/>
          <p:nvPr/>
        </p:nvPicPr>
        <p:blipFill rotWithShape="1">
          <a:blip r:embed="rId5">
            <a:alphaModFix/>
          </a:blip>
          <a:srcRect b="0" l="0" r="0" t="0"/>
          <a:stretch/>
        </p:blipFill>
        <p:spPr>
          <a:xfrm>
            <a:off x="10579100" y="5162550"/>
            <a:ext cx="1301750" cy="901700"/>
          </a:xfrm>
          <a:prstGeom prst="rect">
            <a:avLst/>
          </a:prstGeom>
          <a:noFill/>
          <a:ln>
            <a:noFill/>
          </a:ln>
        </p:spPr>
      </p:pic>
      <p:pic>
        <p:nvPicPr>
          <p:cNvPr id="52" name="Google Shape;52;p5"/>
          <p:cNvPicPr preferRelativeResize="0"/>
          <p:nvPr/>
        </p:nvPicPr>
        <p:blipFill rotWithShape="1">
          <a:blip r:embed="rId6">
            <a:alphaModFix/>
          </a:blip>
          <a:srcRect b="0" l="0" r="0" t="0"/>
          <a:stretch/>
        </p:blipFill>
        <p:spPr>
          <a:xfrm>
            <a:off x="11334750" y="2851150"/>
            <a:ext cx="857250" cy="952500"/>
          </a:xfrm>
          <a:prstGeom prst="rect">
            <a:avLst/>
          </a:prstGeom>
          <a:noFill/>
          <a:ln>
            <a:noFill/>
          </a:ln>
        </p:spPr>
      </p:pic>
      <p:pic>
        <p:nvPicPr>
          <p:cNvPr id="53" name="Google Shape;53;p5"/>
          <p:cNvPicPr preferRelativeResize="0"/>
          <p:nvPr/>
        </p:nvPicPr>
        <p:blipFill rotWithShape="1">
          <a:blip r:embed="rId7">
            <a:alphaModFix/>
          </a:blip>
          <a:srcRect b="0" l="0" r="0" t="0"/>
          <a:stretch/>
        </p:blipFill>
        <p:spPr>
          <a:xfrm>
            <a:off x="10883900" y="3143250"/>
            <a:ext cx="1016000" cy="444500"/>
          </a:xfrm>
          <a:prstGeom prst="rect">
            <a:avLst/>
          </a:prstGeom>
          <a:noFill/>
          <a:ln>
            <a:noFill/>
          </a:ln>
        </p:spPr>
      </p:pic>
      <p:pic>
        <p:nvPicPr>
          <p:cNvPr id="54" name="Google Shape;54;p5"/>
          <p:cNvPicPr preferRelativeResize="0"/>
          <p:nvPr/>
        </p:nvPicPr>
        <p:blipFill rotWithShape="1">
          <a:blip r:embed="rId8">
            <a:alphaModFix/>
          </a:blip>
          <a:srcRect b="0" l="0" r="0" t="0"/>
          <a:stretch/>
        </p:blipFill>
        <p:spPr>
          <a:xfrm>
            <a:off x="10496550" y="6153150"/>
            <a:ext cx="1466850" cy="704850"/>
          </a:xfrm>
          <a:prstGeom prst="rect">
            <a:avLst/>
          </a:prstGeom>
          <a:noFill/>
          <a:ln>
            <a:noFill/>
          </a:ln>
        </p:spPr>
      </p:pic>
      <p:pic>
        <p:nvPicPr>
          <p:cNvPr id="55" name="Google Shape;55;p5"/>
          <p:cNvPicPr preferRelativeResize="0"/>
          <p:nvPr/>
        </p:nvPicPr>
        <p:blipFill rotWithShape="1">
          <a:blip r:embed="rId9">
            <a:alphaModFix/>
          </a:blip>
          <a:srcRect b="0" l="0" r="0" t="0"/>
          <a:stretch/>
        </p:blipFill>
        <p:spPr>
          <a:xfrm>
            <a:off x="11563350" y="1837870"/>
            <a:ext cx="69850" cy="69850"/>
          </a:xfrm>
          <a:prstGeom prst="rect">
            <a:avLst/>
          </a:prstGeom>
          <a:noFill/>
          <a:ln>
            <a:noFill/>
          </a:ln>
        </p:spPr>
      </p:pic>
      <p:pic>
        <p:nvPicPr>
          <p:cNvPr id="56" name="Google Shape;56;p5"/>
          <p:cNvPicPr preferRelativeResize="0"/>
          <p:nvPr/>
        </p:nvPicPr>
        <p:blipFill rotWithShape="1">
          <a:blip r:embed="rId10">
            <a:alphaModFix/>
          </a:blip>
          <a:srcRect b="0" l="0" r="0" t="0"/>
          <a:stretch/>
        </p:blipFill>
        <p:spPr>
          <a:xfrm>
            <a:off x="10471150" y="6350000"/>
            <a:ext cx="50800" cy="50800"/>
          </a:xfrm>
          <a:prstGeom prst="rect">
            <a:avLst/>
          </a:prstGeom>
          <a:noFill/>
          <a:ln>
            <a:noFill/>
          </a:ln>
        </p:spPr>
      </p:pic>
      <p:pic>
        <p:nvPicPr>
          <p:cNvPr id="57" name="Google Shape;57;p5"/>
          <p:cNvPicPr preferRelativeResize="0"/>
          <p:nvPr/>
        </p:nvPicPr>
        <p:blipFill rotWithShape="1">
          <a:blip r:embed="rId10">
            <a:alphaModFix/>
          </a:blip>
          <a:srcRect b="0" l="0" r="0" t="0"/>
          <a:stretch/>
        </p:blipFill>
        <p:spPr>
          <a:xfrm>
            <a:off x="10496550" y="5099050"/>
            <a:ext cx="50800" cy="50800"/>
          </a:xfrm>
          <a:prstGeom prst="rect">
            <a:avLst/>
          </a:prstGeom>
          <a:noFill/>
          <a:ln>
            <a:noFill/>
          </a:ln>
        </p:spPr>
      </p:pic>
      <p:pic>
        <p:nvPicPr>
          <p:cNvPr id="58" name="Google Shape;58;p5"/>
          <p:cNvPicPr preferRelativeResize="0"/>
          <p:nvPr/>
        </p:nvPicPr>
        <p:blipFill rotWithShape="1">
          <a:blip r:embed="rId11">
            <a:alphaModFix/>
          </a:blip>
          <a:srcRect b="0" l="0" r="0" t="0"/>
          <a:stretch/>
        </p:blipFill>
        <p:spPr>
          <a:xfrm>
            <a:off x="10591800" y="4984750"/>
            <a:ext cx="25400" cy="25400"/>
          </a:xfrm>
          <a:prstGeom prst="rect">
            <a:avLst/>
          </a:prstGeom>
          <a:noFill/>
          <a:ln>
            <a:noFill/>
          </a:ln>
        </p:spPr>
      </p:pic>
      <p:pic>
        <p:nvPicPr>
          <p:cNvPr id="59" name="Google Shape;59;p5"/>
          <p:cNvPicPr preferRelativeResize="0"/>
          <p:nvPr/>
        </p:nvPicPr>
        <p:blipFill rotWithShape="1">
          <a:blip r:embed="rId12">
            <a:alphaModFix/>
          </a:blip>
          <a:srcRect b="0" l="0" r="0" t="0"/>
          <a:stretch/>
        </p:blipFill>
        <p:spPr>
          <a:xfrm>
            <a:off x="11449050" y="4572000"/>
            <a:ext cx="44450" cy="44450"/>
          </a:xfrm>
          <a:prstGeom prst="rect">
            <a:avLst/>
          </a:prstGeom>
          <a:noFill/>
          <a:ln>
            <a:noFill/>
          </a:ln>
        </p:spPr>
      </p:pic>
      <p:pic>
        <p:nvPicPr>
          <p:cNvPr id="60" name="Google Shape;60;p5"/>
          <p:cNvPicPr preferRelativeResize="0"/>
          <p:nvPr/>
        </p:nvPicPr>
        <p:blipFill rotWithShape="1">
          <a:blip r:embed="rId13">
            <a:alphaModFix/>
          </a:blip>
          <a:srcRect b="0" l="0" r="0" t="0"/>
          <a:stretch/>
        </p:blipFill>
        <p:spPr>
          <a:xfrm>
            <a:off x="11303000" y="1856920"/>
            <a:ext cx="190500" cy="190500"/>
          </a:xfrm>
          <a:prstGeom prst="rect">
            <a:avLst/>
          </a:prstGeom>
          <a:noFill/>
          <a:ln>
            <a:noFill/>
          </a:ln>
        </p:spPr>
      </p:pic>
      <p:pic>
        <p:nvPicPr>
          <p:cNvPr id="61" name="Google Shape;61;p5"/>
          <p:cNvPicPr preferRelativeResize="0"/>
          <p:nvPr/>
        </p:nvPicPr>
        <p:blipFill rotWithShape="1">
          <a:blip r:embed="rId13">
            <a:alphaModFix/>
          </a:blip>
          <a:srcRect b="0" l="0" r="0" t="0"/>
          <a:stretch/>
        </p:blipFill>
        <p:spPr>
          <a:xfrm>
            <a:off x="11506200" y="4343400"/>
            <a:ext cx="190500" cy="190500"/>
          </a:xfrm>
          <a:prstGeom prst="rect">
            <a:avLst/>
          </a:prstGeom>
          <a:noFill/>
          <a:ln>
            <a:noFill/>
          </a:ln>
        </p:spPr>
      </p:pic>
      <p:pic>
        <p:nvPicPr>
          <p:cNvPr id="62" name="Google Shape;62;p5"/>
          <p:cNvPicPr preferRelativeResize="0"/>
          <p:nvPr/>
        </p:nvPicPr>
        <p:blipFill rotWithShape="1">
          <a:blip r:embed="rId13">
            <a:alphaModFix/>
          </a:blip>
          <a:srcRect b="0" l="0" r="0" t="0"/>
          <a:stretch/>
        </p:blipFill>
        <p:spPr>
          <a:xfrm>
            <a:off x="10236200" y="6197600"/>
            <a:ext cx="190500" cy="190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14"/>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p:tgtEl>
                                          <p:spTgt spid="5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5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p:tgtEl>
                                          <p:spTgt spid="5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0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par>
                                <p:cTn fill="hold" nodeType="withEffect" presetClass="entr" presetID="10" presetSubtype="0">
                                  <p:stCondLst>
                                    <p:cond delay="50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par>
                                <p:cTn fill="hold" nodeType="withEffect" presetClass="entr" presetID="2" presetSubtype="2">
                                  <p:stCondLst>
                                    <p:cond delay="150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p:tgtEl>
                                          <p:spTgt spid="50"/>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00"/>
                                  </p:stCondLst>
                                  <p:childTnLst>
                                    <p:set>
                                      <p:cBhvr>
                                        <p:cTn dur="1" fill="hold">
                                          <p:stCondLst>
                                            <p:cond delay="0"/>
                                          </p:stCondLst>
                                        </p:cTn>
                                        <p:tgtEl>
                                          <p:spTgt spid="49"/>
                                        </p:tgtEl>
                                        <p:attrNameLst>
                                          <p:attrName>style.visibility</p:attrName>
                                        </p:attrNameLst>
                                      </p:cBhvr>
                                      <p:to>
                                        <p:strVal val="visible"/>
                                      </p:to>
                                    </p:set>
                                    <p:animEffect filter="fade" transition="in">
                                      <p:cBhvr>
                                        <p:cTn dur="1000"/>
                                        <p:tgtEl>
                                          <p:spTgt spid="49"/>
                                        </p:tgtEl>
                                      </p:cBhvr>
                                    </p:animEffect>
                                  </p:childTnLst>
                                </p:cTn>
                              </p:par>
                              <p:par>
                                <p:cTn fill="hold" nodeType="with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2000"/>
                                        <p:tgtEl>
                                          <p:spTgt spid="47"/>
                                        </p:tgtEl>
                                      </p:cBhvr>
                                    </p:animEffect>
                                  </p:childTnLst>
                                </p:cTn>
                              </p:par>
                              <p:par>
                                <p:cTn fill="hold" nodeType="with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2000"/>
                                        <p:tgtEl>
                                          <p:spTgt spid="48"/>
                                        </p:tgtEl>
                                      </p:cBhvr>
                                    </p:animEffect>
                                  </p:childTnLst>
                                </p:cTn>
                              </p:par>
                              <p:par>
                                <p:cTn fill="hold" nodeType="withEffect" presetClass="entr" presetID="10" presetSubtype="0">
                                  <p:stCondLst>
                                    <p:cond delay="0"/>
                                  </p:stCondLst>
                                  <p:childTnLst>
                                    <p:set>
                                      <p:cBhvr>
                                        <p:cTn dur="1" fill="hold">
                                          <p:stCondLst>
                                            <p:cond delay="0"/>
                                          </p:stCondLst>
                                        </p:cTn>
                                        <p:tgtEl>
                                          <p:spTgt spid="61"/>
                                        </p:tgtEl>
                                        <p:attrNameLst>
                                          <p:attrName>style.visibility</p:attrName>
                                        </p:attrNameLst>
                                      </p:cBhvr>
                                      <p:to>
                                        <p:strVal val="visible"/>
                                      </p:to>
                                    </p:set>
                                    <p:animEffect filter="fade" transition="in">
                                      <p:cBhvr>
                                        <p:cTn dur="500"/>
                                        <p:tgtEl>
                                          <p:spTgt spid="61"/>
                                        </p:tgtEl>
                                      </p:cBhvr>
                                    </p:animEffect>
                                  </p:childTnLst>
                                </p:cTn>
                              </p:par>
                              <p:par>
                                <p:cTn fill="hold" nodeType="withEffect" presetClass="entr" presetID="10" presetSubtype="0">
                                  <p:stCondLst>
                                    <p:cond delay="50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par>
                                <p:cTn fill="hold" nodeType="withEffect" presetClass="entr" presetID="10" presetSubtype="0">
                                  <p:stCondLst>
                                    <p:cond delay="100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par>
                                <p:cTn fill="hold" nodeType="withEffect" presetClass="entr" presetID="10" presetSubtype="0">
                                  <p:stCondLst>
                                    <p:cond delay="20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par>
                                <p:cTn fill="hold" nodeType="withEffect" presetClass="entr" presetID="10" presetSubtype="0">
                                  <p:stCondLst>
                                    <p:cond delay="100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par>
                                <p:cTn fill="hold" nodeType="withEffect" presetClass="entr" presetID="10" presetSubtype="0">
                                  <p:stCondLst>
                                    <p:cond delay="100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par>
                                <p:cTn fill="hold" nodeType="withEffect" presetClass="entr" presetID="10" presetSubtype="0">
                                  <p:stCondLst>
                                    <p:cond delay="100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par>
                                <p:cTn fill="hold" nodeType="withEffect" presetClass="entr" presetID="10" presetSubtype="0">
                                  <p:stCondLst>
                                    <p:cond delay="100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66" name="Shape 66"/>
        <p:cNvGrpSpPr/>
        <p:nvPr/>
      </p:nvGrpSpPr>
      <p:grpSpPr>
        <a:xfrm>
          <a:off x="0" y="0"/>
          <a:ext cx="0" cy="0"/>
          <a:chOff x="0" y="0"/>
          <a:chExt cx="0" cy="0"/>
        </a:xfrm>
      </p:grpSpPr>
      <p:pic>
        <p:nvPicPr>
          <p:cNvPr id="67" name="Google Shape;67;p7"/>
          <p:cNvPicPr preferRelativeResize="0"/>
          <p:nvPr/>
        </p:nvPicPr>
        <p:blipFill rotWithShape="1">
          <a:blip r:embed="rId1">
            <a:alphaModFix/>
          </a:blip>
          <a:srcRect b="0" l="0" r="0" t="0"/>
          <a:stretch/>
        </p:blipFill>
        <p:spPr>
          <a:xfrm>
            <a:off x="0" y="12700"/>
            <a:ext cx="12192000" cy="5810250"/>
          </a:xfrm>
          <a:prstGeom prst="rect">
            <a:avLst/>
          </a:prstGeom>
          <a:noFill/>
          <a:ln>
            <a:noFill/>
          </a:ln>
        </p:spPr>
      </p:pic>
      <p:pic>
        <p:nvPicPr>
          <p:cNvPr id="68" name="Google Shape;68;p7"/>
          <p:cNvPicPr preferRelativeResize="0"/>
          <p:nvPr/>
        </p:nvPicPr>
        <p:blipFill rotWithShape="1">
          <a:blip r:embed="rId2">
            <a:alphaModFix/>
          </a:blip>
          <a:srcRect b="0" l="0" r="0" t="0"/>
          <a:stretch/>
        </p:blipFill>
        <p:spPr>
          <a:xfrm>
            <a:off x="10115550" y="1562100"/>
            <a:ext cx="2076450" cy="4610100"/>
          </a:xfrm>
          <a:prstGeom prst="rect">
            <a:avLst/>
          </a:prstGeom>
          <a:noFill/>
          <a:ln>
            <a:noFill/>
          </a:ln>
        </p:spPr>
      </p:pic>
      <p:pic>
        <p:nvPicPr>
          <p:cNvPr id="69" name="Google Shape;69;p7"/>
          <p:cNvPicPr preferRelativeResize="0"/>
          <p:nvPr/>
        </p:nvPicPr>
        <p:blipFill rotWithShape="1">
          <a:blip r:embed="rId3">
            <a:alphaModFix/>
          </a:blip>
          <a:srcRect b="0" l="0" r="0" t="0"/>
          <a:stretch/>
        </p:blipFill>
        <p:spPr>
          <a:xfrm>
            <a:off x="10896600" y="3644900"/>
            <a:ext cx="1295400" cy="3213100"/>
          </a:xfrm>
          <a:prstGeom prst="rect">
            <a:avLst/>
          </a:prstGeom>
          <a:noFill/>
          <a:ln>
            <a:noFill/>
          </a:ln>
        </p:spPr>
      </p:pic>
      <p:pic>
        <p:nvPicPr>
          <p:cNvPr id="70" name="Google Shape;70;p7"/>
          <p:cNvPicPr preferRelativeResize="0"/>
          <p:nvPr/>
        </p:nvPicPr>
        <p:blipFill rotWithShape="1">
          <a:blip r:embed="rId4">
            <a:alphaModFix/>
          </a:blip>
          <a:srcRect b="0" l="0" r="0" t="0"/>
          <a:stretch/>
        </p:blipFill>
        <p:spPr>
          <a:xfrm>
            <a:off x="10547350" y="5651500"/>
            <a:ext cx="787400" cy="1206500"/>
          </a:xfrm>
          <a:prstGeom prst="rect">
            <a:avLst/>
          </a:prstGeom>
          <a:noFill/>
          <a:ln>
            <a:noFill/>
          </a:ln>
        </p:spPr>
      </p:pic>
      <p:pic>
        <p:nvPicPr>
          <p:cNvPr id="71" name="Google Shape;71;p7"/>
          <p:cNvPicPr preferRelativeResize="0"/>
          <p:nvPr/>
        </p:nvPicPr>
        <p:blipFill rotWithShape="1">
          <a:blip r:embed="rId5">
            <a:alphaModFix/>
          </a:blip>
          <a:srcRect b="0" l="0" r="0" t="0"/>
          <a:stretch/>
        </p:blipFill>
        <p:spPr>
          <a:xfrm>
            <a:off x="11245850" y="2324100"/>
            <a:ext cx="946150" cy="552450"/>
          </a:xfrm>
          <a:prstGeom prst="rect">
            <a:avLst/>
          </a:prstGeom>
          <a:noFill/>
          <a:ln>
            <a:noFill/>
          </a:ln>
        </p:spPr>
      </p:pic>
      <p:pic>
        <p:nvPicPr>
          <p:cNvPr id="72" name="Google Shape;72;p7"/>
          <p:cNvPicPr preferRelativeResize="0"/>
          <p:nvPr/>
        </p:nvPicPr>
        <p:blipFill rotWithShape="1">
          <a:blip r:embed="rId6">
            <a:alphaModFix/>
          </a:blip>
          <a:srcRect b="0" l="0" r="0" t="0"/>
          <a:stretch/>
        </p:blipFill>
        <p:spPr>
          <a:xfrm>
            <a:off x="10661650" y="3028950"/>
            <a:ext cx="1225550" cy="844550"/>
          </a:xfrm>
          <a:prstGeom prst="rect">
            <a:avLst/>
          </a:prstGeom>
          <a:noFill/>
          <a:ln>
            <a:noFill/>
          </a:ln>
        </p:spPr>
      </p:pic>
      <p:pic>
        <p:nvPicPr>
          <p:cNvPr id="73" name="Google Shape;73;p7"/>
          <p:cNvPicPr preferRelativeResize="0"/>
          <p:nvPr/>
        </p:nvPicPr>
        <p:blipFill rotWithShape="1">
          <a:blip r:embed="rId7">
            <a:alphaModFix/>
          </a:blip>
          <a:srcRect b="0" l="0" r="0" t="0"/>
          <a:stretch/>
        </p:blipFill>
        <p:spPr>
          <a:xfrm>
            <a:off x="11728450" y="622300"/>
            <a:ext cx="463550" cy="482600"/>
          </a:xfrm>
          <a:prstGeom prst="rect">
            <a:avLst/>
          </a:prstGeom>
          <a:noFill/>
          <a:ln>
            <a:noFill/>
          </a:ln>
        </p:spPr>
      </p:pic>
      <p:pic>
        <p:nvPicPr>
          <p:cNvPr id="74" name="Google Shape;74;p7"/>
          <p:cNvPicPr preferRelativeResize="0"/>
          <p:nvPr/>
        </p:nvPicPr>
        <p:blipFill rotWithShape="1">
          <a:blip r:embed="rId8">
            <a:alphaModFix/>
          </a:blip>
          <a:srcRect b="0" l="0" r="0" t="0"/>
          <a:stretch/>
        </p:blipFill>
        <p:spPr>
          <a:xfrm>
            <a:off x="10731500" y="4044950"/>
            <a:ext cx="165100" cy="165100"/>
          </a:xfrm>
          <a:prstGeom prst="rect">
            <a:avLst/>
          </a:prstGeom>
          <a:noFill/>
          <a:ln>
            <a:noFill/>
          </a:ln>
        </p:spPr>
      </p:pic>
      <p:pic>
        <p:nvPicPr>
          <p:cNvPr id="75" name="Google Shape;75;p7"/>
          <p:cNvPicPr preferRelativeResize="0"/>
          <p:nvPr/>
        </p:nvPicPr>
        <p:blipFill rotWithShape="1">
          <a:blip r:embed="rId9">
            <a:alphaModFix/>
          </a:blip>
          <a:srcRect b="0" l="0" r="0" t="0"/>
          <a:stretch/>
        </p:blipFill>
        <p:spPr>
          <a:xfrm>
            <a:off x="11131550" y="2146300"/>
            <a:ext cx="114300" cy="114300"/>
          </a:xfrm>
          <a:prstGeom prst="rect">
            <a:avLst/>
          </a:prstGeom>
          <a:noFill/>
          <a:ln>
            <a:noFill/>
          </a:ln>
        </p:spPr>
      </p:pic>
      <p:pic>
        <p:nvPicPr>
          <p:cNvPr id="76" name="Google Shape;76;p7"/>
          <p:cNvPicPr preferRelativeResize="0"/>
          <p:nvPr/>
        </p:nvPicPr>
        <p:blipFill rotWithShape="1">
          <a:blip r:embed="rId10">
            <a:alphaModFix/>
          </a:blip>
          <a:srcRect b="0" l="0" r="0" t="0"/>
          <a:stretch/>
        </p:blipFill>
        <p:spPr>
          <a:xfrm>
            <a:off x="11709400" y="1358900"/>
            <a:ext cx="88900" cy="88900"/>
          </a:xfrm>
          <a:prstGeom prst="rect">
            <a:avLst/>
          </a:prstGeom>
          <a:noFill/>
          <a:ln>
            <a:noFill/>
          </a:ln>
        </p:spPr>
      </p:pic>
      <p:pic>
        <p:nvPicPr>
          <p:cNvPr id="77" name="Google Shape;77;p7"/>
          <p:cNvPicPr preferRelativeResize="0"/>
          <p:nvPr/>
        </p:nvPicPr>
        <p:blipFill rotWithShape="1">
          <a:blip r:embed="rId11">
            <a:alphaModFix/>
          </a:blip>
          <a:srcRect b="0" l="0" r="0" t="0"/>
          <a:stretch/>
        </p:blipFill>
        <p:spPr>
          <a:xfrm>
            <a:off x="10687050" y="2908300"/>
            <a:ext cx="95250" cy="95250"/>
          </a:xfrm>
          <a:prstGeom prst="rect">
            <a:avLst/>
          </a:prstGeom>
          <a:noFill/>
          <a:ln>
            <a:noFill/>
          </a:ln>
        </p:spPr>
      </p:pic>
      <p:pic>
        <p:nvPicPr>
          <p:cNvPr id="78" name="Google Shape;78;p7"/>
          <p:cNvPicPr preferRelativeResize="0"/>
          <p:nvPr/>
        </p:nvPicPr>
        <p:blipFill rotWithShape="1">
          <a:blip r:embed="rId12">
            <a:alphaModFix/>
          </a:blip>
          <a:srcRect b="0" l="0" r="0" t="0"/>
          <a:stretch/>
        </p:blipFill>
        <p:spPr>
          <a:xfrm>
            <a:off x="10687050" y="4229100"/>
            <a:ext cx="44450" cy="44450"/>
          </a:xfrm>
          <a:prstGeom prst="rect">
            <a:avLst/>
          </a:prstGeom>
          <a:noFill/>
          <a:ln>
            <a:noFill/>
          </a:ln>
        </p:spPr>
      </p:pic>
      <p:pic>
        <p:nvPicPr>
          <p:cNvPr id="79" name="Google Shape;79;p7"/>
          <p:cNvPicPr preferRelativeResize="0"/>
          <p:nvPr/>
        </p:nvPicPr>
        <p:blipFill rotWithShape="1">
          <a:blip r:embed="rId12">
            <a:alphaModFix/>
          </a:blip>
          <a:srcRect b="0" l="0" r="0" t="0"/>
          <a:stretch/>
        </p:blipFill>
        <p:spPr>
          <a:xfrm>
            <a:off x="11087100" y="2305050"/>
            <a:ext cx="44450" cy="44450"/>
          </a:xfrm>
          <a:prstGeom prst="rect">
            <a:avLst/>
          </a:prstGeom>
          <a:noFill/>
          <a:ln>
            <a:noFill/>
          </a:ln>
        </p:spPr>
      </p:pic>
      <p:pic>
        <p:nvPicPr>
          <p:cNvPr id="80" name="Google Shape;80;p7"/>
          <p:cNvPicPr preferRelativeResize="0"/>
          <p:nvPr/>
        </p:nvPicPr>
        <p:blipFill rotWithShape="1">
          <a:blip r:embed="rId13">
            <a:alphaModFix/>
          </a:blip>
          <a:srcRect b="0" l="0" r="0" t="0"/>
          <a:stretch/>
        </p:blipFill>
        <p:spPr>
          <a:xfrm>
            <a:off x="10788650" y="2990850"/>
            <a:ext cx="25400" cy="25400"/>
          </a:xfrm>
          <a:prstGeom prst="rect">
            <a:avLst/>
          </a:prstGeom>
          <a:noFill/>
          <a:ln>
            <a:noFill/>
          </a:ln>
        </p:spPr>
      </p:pic>
      <p:pic>
        <p:nvPicPr>
          <p:cNvPr id="81" name="Google Shape;81;p7"/>
          <p:cNvPicPr preferRelativeResize="0"/>
          <p:nvPr/>
        </p:nvPicPr>
        <p:blipFill rotWithShape="1">
          <a:blip r:embed="rId14">
            <a:alphaModFix/>
          </a:blip>
          <a:srcRect b="0" l="0" r="0" t="0"/>
          <a:stretch/>
        </p:blipFill>
        <p:spPr>
          <a:xfrm>
            <a:off x="10382250" y="5403850"/>
            <a:ext cx="133350" cy="133350"/>
          </a:xfrm>
          <a:prstGeom prst="rect">
            <a:avLst/>
          </a:prstGeom>
          <a:noFill/>
          <a:ln>
            <a:noFill/>
          </a:ln>
        </p:spPr>
      </p:pic>
      <p:pic>
        <p:nvPicPr>
          <p:cNvPr id="82" name="Google Shape;82;p7"/>
          <p:cNvPicPr preferRelativeResize="0"/>
          <p:nvPr/>
        </p:nvPicPr>
        <p:blipFill rotWithShape="1">
          <a:blip r:embed="rId13">
            <a:alphaModFix/>
          </a:blip>
          <a:srcRect b="0" l="0" r="0" t="0"/>
          <a:stretch/>
        </p:blipFill>
        <p:spPr>
          <a:xfrm>
            <a:off x="10356850" y="5556250"/>
            <a:ext cx="25400" cy="25400"/>
          </a:xfrm>
          <a:prstGeom prst="rect">
            <a:avLst/>
          </a:prstGeom>
          <a:noFill/>
          <a:ln>
            <a:noFill/>
          </a:ln>
        </p:spPr>
      </p:pic>
      <p:pic>
        <p:nvPicPr>
          <p:cNvPr id="83" name="Google Shape;83;p7"/>
          <p:cNvPicPr preferRelativeResize="0"/>
          <p:nvPr/>
        </p:nvPicPr>
        <p:blipFill rotWithShape="1">
          <a:blip r:embed="rId15">
            <a:alphaModFix/>
          </a:blip>
          <a:srcRect b="0" l="0" r="0" t="0"/>
          <a:stretch/>
        </p:blipFill>
        <p:spPr>
          <a:xfrm>
            <a:off x="10585450" y="5416550"/>
            <a:ext cx="38100" cy="381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16"/>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500"/>
                                        <p:tgtEl>
                                          <p:spTgt spid="69"/>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par>
                                <p:cTn fill="hold" nodeType="withEffect" presetClass="entr" presetID="2" presetSubtype="2">
                                  <p:stCondLst>
                                    <p:cond delay="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p:tgtEl>
                                          <p:spTgt spid="7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50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700"/>
                                  </p:stCondLst>
                                  <p:childTnLst>
                                    <p:set>
                                      <p:cBhvr>
                                        <p:cTn dur="1" fill="hold">
                                          <p:stCondLst>
                                            <p:cond delay="0"/>
                                          </p:stCondLst>
                                        </p:cTn>
                                        <p:tgtEl>
                                          <p:spTgt spid="71"/>
                                        </p:tgtEl>
                                        <p:attrNameLst>
                                          <p:attrName>style.visibility</p:attrName>
                                        </p:attrNameLst>
                                      </p:cBhvr>
                                      <p:to>
                                        <p:strVal val="visible"/>
                                      </p:to>
                                    </p:set>
                                    <p:animEffect filter="fade" transition="in">
                                      <p:cBhvr>
                                        <p:cTn dur="1000"/>
                                        <p:tgtEl>
                                          <p:spTgt spid="71"/>
                                        </p:tgtEl>
                                      </p:cBhvr>
                                    </p:animEffect>
                                  </p:childTnLst>
                                </p:cTn>
                              </p:par>
                              <p:par>
                                <p:cTn fill="hold" nodeType="withEffect" presetClass="entr" presetID="10" presetSubtype="0">
                                  <p:stCondLst>
                                    <p:cond delay="60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par>
                                <p:cTn fill="hold" nodeType="with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20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par>
                                <p:cTn fill="hold" nodeType="withEffect" presetClass="entr" presetID="10" presetSubtype="0">
                                  <p:stCondLst>
                                    <p:cond delay="50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par>
                                <p:cTn fill="hold" nodeType="withEffect" presetClass="entr" presetID="10" presetSubtype="0">
                                  <p:stCondLst>
                                    <p:cond delay="100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par>
                                <p:cTn fill="hold" nodeType="withEffect" presetClass="entr" presetID="10" presetSubtype="0">
                                  <p:stCondLst>
                                    <p:cond delay="50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par>
                                <p:cTn fill="hold" nodeType="withEffect" presetClass="entr" presetID="10" presetSubtype="0">
                                  <p:stCondLst>
                                    <p:cond delay="100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par>
                                <p:cTn fill="hold" nodeType="withEffect" presetClass="entr" presetID="10" presetSubtype="0">
                                  <p:stCondLst>
                                    <p:cond delay="150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par>
                                <p:cTn fill="hold" nodeType="withEffect" presetClass="entr" presetID="10" presetSubtype="0">
                                  <p:stCondLst>
                                    <p:cond delay="100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par>
                                <p:cTn fill="hold" nodeType="withEffect" presetClass="entr" presetID="10" presetSubtype="0">
                                  <p:stCondLst>
                                    <p:cond delay="50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87" name="Shape 87"/>
        <p:cNvGrpSpPr/>
        <p:nvPr/>
      </p:nvGrpSpPr>
      <p:grpSpPr>
        <a:xfrm>
          <a:off x="0" y="0"/>
          <a:ext cx="0" cy="0"/>
          <a:chOff x="0" y="0"/>
          <a:chExt cx="0" cy="0"/>
        </a:xfrm>
      </p:grpSpPr>
      <p:pic>
        <p:nvPicPr>
          <p:cNvPr id="88" name="Google Shape;88;p9"/>
          <p:cNvPicPr preferRelativeResize="0"/>
          <p:nvPr/>
        </p:nvPicPr>
        <p:blipFill rotWithShape="1">
          <a:blip r:embed="rId1">
            <a:alphaModFix/>
          </a:blip>
          <a:srcRect b="0" l="0" r="0" t="0"/>
          <a:stretch/>
        </p:blipFill>
        <p:spPr>
          <a:xfrm>
            <a:off x="0" y="0"/>
            <a:ext cx="12192000" cy="6858000"/>
          </a:xfrm>
          <a:prstGeom prst="rect">
            <a:avLst/>
          </a:prstGeom>
          <a:noFill/>
          <a:ln>
            <a:noFill/>
          </a:ln>
        </p:spPr>
      </p:pic>
      <p:pic>
        <p:nvPicPr>
          <p:cNvPr id="89" name="Google Shape;89;p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90" name="Google Shape;90;p9"/>
          <p:cNvPicPr preferRelativeResize="0"/>
          <p:nvPr/>
        </p:nvPicPr>
        <p:blipFill rotWithShape="1">
          <a:blip r:embed="rId3">
            <a:alphaModFix/>
          </a:blip>
          <a:srcRect b="0" l="0" r="0" t="0"/>
          <a:stretch/>
        </p:blipFill>
        <p:spPr>
          <a:xfrm>
            <a:off x="10585450" y="4381500"/>
            <a:ext cx="38100" cy="38100"/>
          </a:xfrm>
          <a:prstGeom prst="rect">
            <a:avLst/>
          </a:prstGeom>
          <a:noFill/>
          <a:ln>
            <a:noFill/>
          </a:ln>
        </p:spPr>
      </p:pic>
      <p:grpSp>
        <p:nvGrpSpPr>
          <p:cNvPr id="91" name="Google Shape;91;p9"/>
          <p:cNvGrpSpPr/>
          <p:nvPr/>
        </p:nvGrpSpPr>
        <p:grpSpPr>
          <a:xfrm>
            <a:off x="-64394" y="-63500"/>
            <a:ext cx="12321233" cy="3645032"/>
            <a:chOff x="0" y="0"/>
            <a:chExt cx="12191998" cy="3606800"/>
          </a:xfrm>
        </p:grpSpPr>
        <p:pic>
          <p:nvPicPr>
            <p:cNvPr id="92" name="Google Shape;92;p9"/>
            <p:cNvPicPr preferRelativeResize="0"/>
            <p:nvPr/>
          </p:nvPicPr>
          <p:blipFill rotWithShape="1">
            <a:blip r:embed="rId4">
              <a:alphaModFix/>
            </a:blip>
            <a:srcRect b="0" l="0" r="0" t="0"/>
            <a:stretch/>
          </p:blipFill>
          <p:spPr>
            <a:xfrm>
              <a:off x="1758950" y="0"/>
              <a:ext cx="10433048" cy="3606800"/>
            </a:xfrm>
            <a:prstGeom prst="rect">
              <a:avLst/>
            </a:prstGeom>
            <a:noFill/>
            <a:ln>
              <a:noFill/>
            </a:ln>
          </p:spPr>
        </p:pic>
        <p:pic>
          <p:nvPicPr>
            <p:cNvPr id="93" name="Google Shape;93;p9"/>
            <p:cNvPicPr preferRelativeResize="0"/>
            <p:nvPr/>
          </p:nvPicPr>
          <p:blipFill rotWithShape="1">
            <a:blip r:embed="rId5">
              <a:alphaModFix/>
            </a:blip>
            <a:srcRect b="0" l="0" r="0" t="0"/>
            <a:stretch/>
          </p:blipFill>
          <p:spPr>
            <a:xfrm>
              <a:off x="0" y="0"/>
              <a:ext cx="10420350" cy="3606800"/>
            </a:xfrm>
            <a:prstGeom prst="rect">
              <a:avLst/>
            </a:prstGeom>
            <a:noFill/>
            <a:ln>
              <a:noFill/>
            </a:ln>
          </p:spPr>
        </p:pic>
      </p:grpSp>
      <p:pic>
        <p:nvPicPr>
          <p:cNvPr id="94" name="Google Shape;94;p9"/>
          <p:cNvPicPr preferRelativeResize="0"/>
          <p:nvPr/>
        </p:nvPicPr>
        <p:blipFill rotWithShape="1">
          <a:blip r:embed="rId6">
            <a:alphaModFix/>
          </a:blip>
          <a:srcRect b="0" l="0" r="0" t="0"/>
          <a:stretch/>
        </p:blipFill>
        <p:spPr>
          <a:xfrm>
            <a:off x="9747250" y="2842683"/>
            <a:ext cx="1390650" cy="1327150"/>
          </a:xfrm>
          <a:prstGeom prst="rect">
            <a:avLst/>
          </a:prstGeom>
          <a:noFill/>
          <a:ln>
            <a:noFill/>
          </a:ln>
        </p:spPr>
      </p:pic>
      <p:pic>
        <p:nvPicPr>
          <p:cNvPr id="95" name="Google Shape;95;p9"/>
          <p:cNvPicPr preferRelativeResize="0"/>
          <p:nvPr/>
        </p:nvPicPr>
        <p:blipFill rotWithShape="1">
          <a:blip r:embed="rId7">
            <a:alphaModFix/>
          </a:blip>
          <a:srcRect b="0" l="0" r="0" t="0"/>
          <a:stretch/>
        </p:blipFill>
        <p:spPr>
          <a:xfrm>
            <a:off x="10896600" y="1079500"/>
            <a:ext cx="831850" cy="730250"/>
          </a:xfrm>
          <a:prstGeom prst="rect">
            <a:avLst/>
          </a:prstGeom>
          <a:noFill/>
          <a:ln>
            <a:noFill/>
          </a:ln>
        </p:spPr>
      </p:pic>
      <p:pic>
        <p:nvPicPr>
          <p:cNvPr id="96" name="Google Shape;96;p9"/>
          <p:cNvPicPr preferRelativeResize="0"/>
          <p:nvPr/>
        </p:nvPicPr>
        <p:blipFill rotWithShape="1">
          <a:blip r:embed="rId8">
            <a:alphaModFix/>
          </a:blip>
          <a:srcRect b="0" l="0" r="0" t="0"/>
          <a:stretch/>
        </p:blipFill>
        <p:spPr>
          <a:xfrm>
            <a:off x="1146016" y="2349500"/>
            <a:ext cx="723900" cy="1143000"/>
          </a:xfrm>
          <a:prstGeom prst="rect">
            <a:avLst/>
          </a:prstGeom>
          <a:noFill/>
          <a:ln>
            <a:noFill/>
          </a:ln>
        </p:spPr>
      </p:pic>
      <p:pic>
        <p:nvPicPr>
          <p:cNvPr id="97" name="Google Shape;97;p9"/>
          <p:cNvPicPr preferRelativeResize="0"/>
          <p:nvPr/>
        </p:nvPicPr>
        <p:blipFill rotWithShape="1">
          <a:blip r:embed="rId9">
            <a:alphaModFix/>
          </a:blip>
          <a:srcRect b="0" l="0" r="0" t="0"/>
          <a:stretch/>
        </p:blipFill>
        <p:spPr>
          <a:xfrm>
            <a:off x="831850" y="3390900"/>
            <a:ext cx="1263650" cy="1206500"/>
          </a:xfrm>
          <a:prstGeom prst="rect">
            <a:avLst/>
          </a:prstGeom>
          <a:noFill/>
          <a:ln>
            <a:noFill/>
          </a:ln>
        </p:spPr>
      </p:pic>
      <p:pic>
        <p:nvPicPr>
          <p:cNvPr id="98" name="Google Shape;98;p9"/>
          <p:cNvPicPr preferRelativeResize="0"/>
          <p:nvPr/>
        </p:nvPicPr>
        <p:blipFill rotWithShape="1">
          <a:blip r:embed="rId10">
            <a:alphaModFix/>
          </a:blip>
          <a:srcRect b="0" l="0" r="0" t="0"/>
          <a:stretch/>
        </p:blipFill>
        <p:spPr>
          <a:xfrm>
            <a:off x="10333064" y="3972983"/>
            <a:ext cx="1282700" cy="1574800"/>
          </a:xfrm>
          <a:prstGeom prst="rect">
            <a:avLst/>
          </a:prstGeom>
          <a:noFill/>
          <a:ln>
            <a:noFill/>
          </a:ln>
        </p:spPr>
      </p:pic>
      <p:pic>
        <p:nvPicPr>
          <p:cNvPr id="99" name="Google Shape;99;p9"/>
          <p:cNvPicPr preferRelativeResize="0"/>
          <p:nvPr/>
        </p:nvPicPr>
        <p:blipFill rotWithShape="1">
          <a:blip r:embed="rId11">
            <a:alphaModFix/>
          </a:blip>
          <a:srcRect b="0" l="0" r="0" t="0"/>
          <a:stretch/>
        </p:blipFill>
        <p:spPr>
          <a:xfrm>
            <a:off x="292100" y="4413250"/>
            <a:ext cx="2165350" cy="2520950"/>
          </a:xfrm>
          <a:prstGeom prst="rect">
            <a:avLst/>
          </a:prstGeom>
          <a:noFill/>
          <a:ln>
            <a:noFill/>
          </a:ln>
        </p:spPr>
      </p:pic>
      <p:pic>
        <p:nvPicPr>
          <p:cNvPr id="100" name="Google Shape;100;p9"/>
          <p:cNvPicPr preferRelativeResize="0"/>
          <p:nvPr/>
        </p:nvPicPr>
        <p:blipFill rotWithShape="1">
          <a:blip r:embed="rId12">
            <a:alphaModFix/>
          </a:blip>
          <a:srcRect b="0" l="0" r="0" t="0"/>
          <a:stretch/>
        </p:blipFill>
        <p:spPr>
          <a:xfrm>
            <a:off x="158750" y="895350"/>
            <a:ext cx="1085850" cy="742950"/>
          </a:xfrm>
          <a:prstGeom prst="rect">
            <a:avLst/>
          </a:prstGeom>
          <a:noFill/>
          <a:ln>
            <a:noFill/>
          </a:ln>
        </p:spPr>
      </p:pic>
      <p:pic>
        <p:nvPicPr>
          <p:cNvPr id="101" name="Google Shape;101;p9"/>
          <p:cNvPicPr preferRelativeResize="0"/>
          <p:nvPr/>
        </p:nvPicPr>
        <p:blipFill rotWithShape="1">
          <a:blip r:embed="rId13">
            <a:alphaModFix/>
          </a:blip>
          <a:srcRect b="0" l="0" r="0" t="0"/>
          <a:stretch/>
        </p:blipFill>
        <p:spPr>
          <a:xfrm>
            <a:off x="10217150" y="5448300"/>
            <a:ext cx="1835150" cy="1390650"/>
          </a:xfrm>
          <a:prstGeom prst="rect">
            <a:avLst/>
          </a:prstGeom>
          <a:noFill/>
          <a:ln>
            <a:noFill/>
          </a:ln>
        </p:spPr>
      </p:pic>
      <p:pic>
        <p:nvPicPr>
          <p:cNvPr id="102" name="Google Shape;102;p9"/>
          <p:cNvPicPr preferRelativeResize="0"/>
          <p:nvPr/>
        </p:nvPicPr>
        <p:blipFill rotWithShape="1">
          <a:blip r:embed="rId14">
            <a:alphaModFix/>
          </a:blip>
          <a:srcRect b="0" l="0" r="0" t="0"/>
          <a:stretch/>
        </p:blipFill>
        <p:spPr>
          <a:xfrm>
            <a:off x="893962" y="3336925"/>
            <a:ext cx="95250" cy="95250"/>
          </a:xfrm>
          <a:prstGeom prst="rect">
            <a:avLst/>
          </a:prstGeom>
          <a:noFill/>
          <a:ln>
            <a:noFill/>
          </a:ln>
        </p:spPr>
      </p:pic>
      <p:pic>
        <p:nvPicPr>
          <p:cNvPr id="103" name="Google Shape;103;p9"/>
          <p:cNvPicPr preferRelativeResize="0"/>
          <p:nvPr/>
        </p:nvPicPr>
        <p:blipFill rotWithShape="1">
          <a:blip r:embed="rId15">
            <a:alphaModFix/>
          </a:blip>
          <a:srcRect b="0" l="0" r="0" t="0"/>
          <a:stretch/>
        </p:blipFill>
        <p:spPr>
          <a:xfrm>
            <a:off x="11289661" y="3051175"/>
            <a:ext cx="120650" cy="120650"/>
          </a:xfrm>
          <a:prstGeom prst="rect">
            <a:avLst/>
          </a:prstGeom>
          <a:noFill/>
          <a:ln>
            <a:noFill/>
          </a:ln>
        </p:spPr>
      </p:pic>
      <p:pic>
        <p:nvPicPr>
          <p:cNvPr id="104" name="Google Shape;104;p9"/>
          <p:cNvPicPr preferRelativeResize="0"/>
          <p:nvPr/>
        </p:nvPicPr>
        <p:blipFill rotWithShape="1">
          <a:blip r:embed="rId16">
            <a:alphaModFix/>
          </a:blip>
          <a:srcRect b="0" l="0" r="0" t="0"/>
          <a:stretch/>
        </p:blipFill>
        <p:spPr>
          <a:xfrm>
            <a:off x="11031179" y="2563283"/>
            <a:ext cx="95250" cy="101600"/>
          </a:xfrm>
          <a:prstGeom prst="rect">
            <a:avLst/>
          </a:prstGeom>
          <a:noFill/>
          <a:ln>
            <a:noFill/>
          </a:ln>
        </p:spPr>
      </p:pic>
      <p:pic>
        <p:nvPicPr>
          <p:cNvPr id="105" name="Google Shape;105;p9"/>
          <p:cNvPicPr preferRelativeResize="0"/>
          <p:nvPr/>
        </p:nvPicPr>
        <p:blipFill rotWithShape="1">
          <a:blip r:embed="rId16">
            <a:alphaModFix/>
          </a:blip>
          <a:srcRect b="0" l="0" r="0" t="0"/>
          <a:stretch/>
        </p:blipFill>
        <p:spPr>
          <a:xfrm>
            <a:off x="11552617" y="3832045"/>
            <a:ext cx="95250" cy="101600"/>
          </a:xfrm>
          <a:prstGeom prst="rect">
            <a:avLst/>
          </a:prstGeom>
          <a:noFill/>
          <a:ln>
            <a:noFill/>
          </a:ln>
        </p:spPr>
      </p:pic>
      <p:pic>
        <p:nvPicPr>
          <p:cNvPr id="106" name="Google Shape;106;p9"/>
          <p:cNvPicPr preferRelativeResize="0"/>
          <p:nvPr/>
        </p:nvPicPr>
        <p:blipFill rotWithShape="1">
          <a:blip r:embed="rId17">
            <a:alphaModFix/>
          </a:blip>
          <a:srcRect b="0" l="0" r="0" t="0"/>
          <a:stretch/>
        </p:blipFill>
        <p:spPr>
          <a:xfrm>
            <a:off x="446114" y="4386262"/>
            <a:ext cx="120650" cy="114300"/>
          </a:xfrm>
          <a:prstGeom prst="rect">
            <a:avLst/>
          </a:prstGeom>
          <a:noFill/>
          <a:ln>
            <a:noFill/>
          </a:ln>
        </p:spPr>
      </p:pic>
      <p:pic>
        <p:nvPicPr>
          <p:cNvPr id="107" name="Google Shape;107;p9"/>
          <p:cNvPicPr preferRelativeResize="0"/>
          <p:nvPr/>
        </p:nvPicPr>
        <p:blipFill rotWithShape="1">
          <a:blip r:embed="rId18">
            <a:alphaModFix/>
          </a:blip>
          <a:srcRect b="0" l="0" r="0" t="0"/>
          <a:stretch/>
        </p:blipFill>
        <p:spPr>
          <a:xfrm>
            <a:off x="1352550" y="1771650"/>
            <a:ext cx="107950" cy="107950"/>
          </a:xfrm>
          <a:prstGeom prst="rect">
            <a:avLst/>
          </a:prstGeom>
          <a:noFill/>
          <a:ln>
            <a:noFill/>
          </a:ln>
        </p:spPr>
      </p:pic>
      <p:pic>
        <p:nvPicPr>
          <p:cNvPr id="108" name="Google Shape;108;p9"/>
          <p:cNvPicPr preferRelativeResize="0"/>
          <p:nvPr/>
        </p:nvPicPr>
        <p:blipFill rotWithShape="1">
          <a:blip r:embed="rId3">
            <a:alphaModFix/>
          </a:blip>
          <a:srcRect b="0" l="0" r="0" t="0"/>
          <a:stretch/>
        </p:blipFill>
        <p:spPr>
          <a:xfrm>
            <a:off x="1027312" y="3317875"/>
            <a:ext cx="38100" cy="38100"/>
          </a:xfrm>
          <a:prstGeom prst="rect">
            <a:avLst/>
          </a:prstGeom>
          <a:noFill/>
          <a:ln>
            <a:noFill/>
          </a:ln>
        </p:spPr>
      </p:pic>
      <p:pic>
        <p:nvPicPr>
          <p:cNvPr id="109" name="Google Shape;109;p9"/>
          <p:cNvPicPr preferRelativeResize="0"/>
          <p:nvPr/>
        </p:nvPicPr>
        <p:blipFill rotWithShape="1">
          <a:blip r:embed="rId19">
            <a:alphaModFix/>
          </a:blip>
          <a:srcRect b="0" l="0" r="0" t="0"/>
          <a:stretch/>
        </p:blipFill>
        <p:spPr>
          <a:xfrm>
            <a:off x="1479550" y="1746250"/>
            <a:ext cx="25400" cy="25400"/>
          </a:xfrm>
          <a:prstGeom prst="rect">
            <a:avLst/>
          </a:prstGeom>
          <a:noFill/>
          <a:ln>
            <a:noFill/>
          </a:ln>
        </p:spPr>
      </p:pic>
      <p:pic>
        <p:nvPicPr>
          <p:cNvPr id="110" name="Google Shape;110;p9"/>
          <p:cNvPicPr preferRelativeResize="0"/>
          <p:nvPr/>
        </p:nvPicPr>
        <p:blipFill rotWithShape="1">
          <a:blip r:embed="rId19">
            <a:alphaModFix/>
          </a:blip>
          <a:srcRect b="0" l="0" r="0" t="0"/>
          <a:stretch/>
        </p:blipFill>
        <p:spPr>
          <a:xfrm>
            <a:off x="913012" y="3502025"/>
            <a:ext cx="25400" cy="25400"/>
          </a:xfrm>
          <a:prstGeom prst="rect">
            <a:avLst/>
          </a:prstGeom>
          <a:noFill/>
          <a:ln>
            <a:noFill/>
          </a:ln>
        </p:spPr>
      </p:pic>
      <p:pic>
        <p:nvPicPr>
          <p:cNvPr id="111" name="Google Shape;111;p9"/>
          <p:cNvPicPr preferRelativeResize="0"/>
          <p:nvPr/>
        </p:nvPicPr>
        <p:blipFill rotWithShape="1">
          <a:blip r:embed="rId19">
            <a:alphaModFix/>
          </a:blip>
          <a:srcRect b="0" l="0" r="0" t="0"/>
          <a:stretch/>
        </p:blipFill>
        <p:spPr>
          <a:xfrm>
            <a:off x="369914" y="4360862"/>
            <a:ext cx="25400" cy="25400"/>
          </a:xfrm>
          <a:prstGeom prst="rect">
            <a:avLst/>
          </a:prstGeom>
          <a:noFill/>
          <a:ln>
            <a:noFill/>
          </a:ln>
        </p:spPr>
      </p:pic>
      <p:pic>
        <p:nvPicPr>
          <p:cNvPr id="112" name="Google Shape;112;p9"/>
          <p:cNvPicPr preferRelativeResize="0"/>
          <p:nvPr/>
        </p:nvPicPr>
        <p:blipFill rotWithShape="1">
          <a:blip r:embed="rId19">
            <a:alphaModFix/>
          </a:blip>
          <a:srcRect b="0" l="0" r="0" t="0"/>
          <a:stretch/>
        </p:blipFill>
        <p:spPr>
          <a:xfrm>
            <a:off x="11005779" y="2741083"/>
            <a:ext cx="25400" cy="25400"/>
          </a:xfrm>
          <a:prstGeom prst="rect">
            <a:avLst/>
          </a:prstGeom>
          <a:noFill/>
          <a:ln>
            <a:noFill/>
          </a:ln>
        </p:spPr>
      </p:pic>
      <p:pic>
        <p:nvPicPr>
          <p:cNvPr id="113" name="Google Shape;113;p9"/>
          <p:cNvPicPr preferRelativeResize="0"/>
          <p:nvPr/>
        </p:nvPicPr>
        <p:blipFill rotWithShape="1">
          <a:blip r:embed="rId20">
            <a:alphaModFix/>
          </a:blip>
          <a:srcRect b="0" l="0" r="0" t="0"/>
          <a:stretch/>
        </p:blipFill>
        <p:spPr>
          <a:xfrm>
            <a:off x="11257911" y="3184525"/>
            <a:ext cx="31750" cy="31750"/>
          </a:xfrm>
          <a:prstGeom prst="rect">
            <a:avLst/>
          </a:prstGeom>
          <a:noFill/>
          <a:ln>
            <a:noFill/>
          </a:ln>
        </p:spPr>
      </p:pic>
      <p:pic>
        <p:nvPicPr>
          <p:cNvPr id="114" name="Google Shape;114;p9"/>
          <p:cNvPicPr preferRelativeResize="0"/>
          <p:nvPr/>
        </p:nvPicPr>
        <p:blipFill rotWithShape="1">
          <a:blip r:embed="rId20">
            <a:alphaModFix/>
          </a:blip>
          <a:srcRect b="0" l="0" r="0" t="0"/>
          <a:stretch/>
        </p:blipFill>
        <p:spPr>
          <a:xfrm>
            <a:off x="11685967" y="3959045"/>
            <a:ext cx="31750" cy="31750"/>
          </a:xfrm>
          <a:prstGeom prst="rect">
            <a:avLst/>
          </a:prstGeom>
          <a:noFill/>
          <a:ln>
            <a:noFill/>
          </a:ln>
        </p:spPr>
      </p:pic>
      <p:pic>
        <p:nvPicPr>
          <p:cNvPr id="115" name="Google Shape;115;p9"/>
          <p:cNvPicPr preferRelativeResize="0"/>
          <p:nvPr/>
        </p:nvPicPr>
        <p:blipFill rotWithShape="1">
          <a:blip r:embed="rId21">
            <a:alphaModFix/>
          </a:blip>
          <a:srcRect b="0" l="0" r="0" t="0"/>
          <a:stretch/>
        </p:blipFill>
        <p:spPr>
          <a:xfrm>
            <a:off x="11709400" y="2870200"/>
            <a:ext cx="19050" cy="19050"/>
          </a:xfrm>
          <a:prstGeom prst="rect">
            <a:avLst/>
          </a:prstGeom>
          <a:noFill/>
          <a:ln>
            <a:noFill/>
          </a:ln>
        </p:spPr>
      </p:pic>
      <p:pic>
        <p:nvPicPr>
          <p:cNvPr id="116" name="Google Shape;116;p9"/>
          <p:cNvPicPr preferRelativeResize="0"/>
          <p:nvPr/>
        </p:nvPicPr>
        <p:blipFill rotWithShape="1">
          <a:blip r:embed="rId22">
            <a:alphaModFix/>
          </a:blip>
          <a:srcRect b="0" l="0" r="0" t="0"/>
          <a:stretch/>
        </p:blipFill>
        <p:spPr>
          <a:xfrm>
            <a:off x="1368983" y="-196850"/>
            <a:ext cx="9474201" cy="71310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2" r:id="rId23"/>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50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par>
                                <p:cTn fill="hold" nodeType="withEffect" presetClass="entr" presetID="10" presetSubtype="0">
                                  <p:stCondLst>
                                    <p:cond delay="100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par>
                                <p:cTn fill="hold" nodeType="withEffect" presetClass="entr" presetID="10" presetSubtype="0">
                                  <p:stCondLst>
                                    <p:cond delay="100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500"/>
                                        <p:tgtEl>
                                          <p:spTgt spid="91"/>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par>
                                <p:cTn fill="hold" nodeType="withEffect" presetClass="entr" presetID="10" presetSubtype="0">
                                  <p:stCondLst>
                                    <p:cond delay="50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par>
                                <p:cTn fill="hold" nodeType="withEffect" presetClass="entr" presetID="10" presetSubtype="0">
                                  <p:stCondLst>
                                    <p:cond delay="100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par>
                                <p:cTn fill="hold" nodeType="withEffect" presetClass="entr" presetID="10" presetSubtype="0">
                                  <p:stCondLst>
                                    <p:cond delay="50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par>
                                <p:cTn fill="hold" nodeType="withEffect" presetClass="entr" presetID="10" presetSubtype="0">
                                  <p:stCondLst>
                                    <p:cond delay="50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par>
                                <p:cTn fill="hold" nodeType="withEffect" presetClass="entr" presetID="10" presetSubtype="0">
                                  <p:stCondLst>
                                    <p:cond delay="50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par>
                                <p:cTn fill="hold" nodeType="withEffect" presetClass="entr" presetID="10" presetSubtype="0">
                                  <p:stCondLst>
                                    <p:cond delay="50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par>
                                <p:cTn fill="hold" nodeType="withEffect" presetClass="entr" presetID="10" presetSubtype="0">
                                  <p:stCondLst>
                                    <p:cond delay="50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par>
                                <p:cTn fill="hold" nodeType="withEffect" presetClass="entr" presetID="10" presetSubtype="0">
                                  <p:stCondLst>
                                    <p:cond delay="50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50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20" name="Shape 120"/>
        <p:cNvGrpSpPr/>
        <p:nvPr/>
      </p:nvGrpSpPr>
      <p:grpSpPr>
        <a:xfrm>
          <a:off x="0" y="0"/>
          <a:ext cx="0" cy="0"/>
          <a:chOff x="0" y="0"/>
          <a:chExt cx="0" cy="0"/>
        </a:xfrm>
      </p:grpSpPr>
      <p:pic>
        <p:nvPicPr>
          <p:cNvPr id="121" name="Google Shape;121;p11"/>
          <p:cNvPicPr preferRelativeResize="0"/>
          <p:nvPr/>
        </p:nvPicPr>
        <p:blipFill rotWithShape="1">
          <a:blip r:embed="rId1">
            <a:alphaModFix/>
          </a:blip>
          <a:srcRect b="0" l="0" r="0" t="0"/>
          <a:stretch/>
        </p:blipFill>
        <p:spPr>
          <a:xfrm>
            <a:off x="0" y="0"/>
            <a:ext cx="12192000" cy="6858000"/>
          </a:xfrm>
          <a:prstGeom prst="rect">
            <a:avLst/>
          </a:prstGeom>
          <a:noFill/>
          <a:ln>
            <a:noFill/>
          </a:ln>
        </p:spPr>
      </p:pic>
      <p:pic>
        <p:nvPicPr>
          <p:cNvPr id="122" name="Google Shape;122;p11"/>
          <p:cNvPicPr preferRelativeResize="0"/>
          <p:nvPr/>
        </p:nvPicPr>
        <p:blipFill rotWithShape="1">
          <a:blip r:embed="rId2">
            <a:alphaModFix/>
          </a:blip>
          <a:srcRect b="0" l="0" r="0" t="0"/>
          <a:stretch/>
        </p:blipFill>
        <p:spPr>
          <a:xfrm>
            <a:off x="5632450" y="1371600"/>
            <a:ext cx="6559550" cy="3054350"/>
          </a:xfrm>
          <a:prstGeom prst="rect">
            <a:avLst/>
          </a:prstGeom>
          <a:noFill/>
          <a:ln>
            <a:noFill/>
          </a:ln>
        </p:spPr>
      </p:pic>
      <p:pic>
        <p:nvPicPr>
          <p:cNvPr id="123" name="Google Shape;123;p11"/>
          <p:cNvPicPr preferRelativeResize="0"/>
          <p:nvPr/>
        </p:nvPicPr>
        <p:blipFill rotWithShape="1">
          <a:blip r:embed="rId3">
            <a:alphaModFix/>
          </a:blip>
          <a:srcRect b="0" l="0" r="0" t="0"/>
          <a:stretch/>
        </p:blipFill>
        <p:spPr>
          <a:xfrm>
            <a:off x="6972300" y="1066800"/>
            <a:ext cx="4724400" cy="4724400"/>
          </a:xfrm>
          <a:prstGeom prst="rect">
            <a:avLst/>
          </a:prstGeom>
          <a:noFill/>
          <a:ln>
            <a:noFill/>
          </a:ln>
        </p:spPr>
      </p:pic>
      <p:pic>
        <p:nvPicPr>
          <p:cNvPr id="124" name="Google Shape;124;p11"/>
          <p:cNvPicPr preferRelativeResize="0"/>
          <p:nvPr/>
        </p:nvPicPr>
        <p:blipFill rotWithShape="1">
          <a:blip r:embed="rId4">
            <a:alphaModFix/>
          </a:blip>
          <a:srcRect b="0" l="0" r="0" t="0"/>
          <a:stretch/>
        </p:blipFill>
        <p:spPr>
          <a:xfrm>
            <a:off x="8257231" y="1565532"/>
            <a:ext cx="2241550" cy="3536950"/>
          </a:xfrm>
          <a:prstGeom prst="rect">
            <a:avLst/>
          </a:prstGeom>
          <a:noFill/>
          <a:ln>
            <a:noFill/>
          </a:ln>
        </p:spPr>
      </p:pic>
      <p:pic>
        <p:nvPicPr>
          <p:cNvPr id="125" name="Google Shape;125;p11"/>
          <p:cNvPicPr preferRelativeResize="0"/>
          <p:nvPr/>
        </p:nvPicPr>
        <p:blipFill rotWithShape="1">
          <a:blip r:embed="rId5">
            <a:alphaModFix/>
          </a:blip>
          <a:srcRect b="0" l="0" r="0" t="0"/>
          <a:stretch/>
        </p:blipFill>
        <p:spPr>
          <a:xfrm>
            <a:off x="7092950" y="4718050"/>
            <a:ext cx="2489200" cy="190500"/>
          </a:xfrm>
          <a:prstGeom prst="rect">
            <a:avLst/>
          </a:prstGeom>
          <a:noFill/>
          <a:ln>
            <a:noFill/>
          </a:ln>
        </p:spPr>
      </p:pic>
      <p:pic>
        <p:nvPicPr>
          <p:cNvPr id="126" name="Google Shape;126;p11"/>
          <p:cNvPicPr preferRelativeResize="0"/>
          <p:nvPr/>
        </p:nvPicPr>
        <p:blipFill rotWithShape="1">
          <a:blip r:embed="rId6">
            <a:alphaModFix/>
          </a:blip>
          <a:srcRect b="0" l="0" r="0" t="0"/>
          <a:stretch/>
        </p:blipFill>
        <p:spPr>
          <a:xfrm>
            <a:off x="7188200" y="1593850"/>
            <a:ext cx="82550" cy="82550"/>
          </a:xfrm>
          <a:prstGeom prst="rect">
            <a:avLst/>
          </a:prstGeom>
          <a:noFill/>
          <a:ln>
            <a:noFill/>
          </a:ln>
        </p:spPr>
      </p:pic>
      <p:pic>
        <p:nvPicPr>
          <p:cNvPr id="127" name="Google Shape;127;p11"/>
          <p:cNvPicPr preferRelativeResize="0"/>
          <p:nvPr/>
        </p:nvPicPr>
        <p:blipFill rotWithShape="1">
          <a:blip r:embed="rId6">
            <a:alphaModFix/>
          </a:blip>
          <a:srcRect b="0" l="0" r="0" t="0"/>
          <a:stretch/>
        </p:blipFill>
        <p:spPr>
          <a:xfrm>
            <a:off x="7600950" y="5461000"/>
            <a:ext cx="82550" cy="82550"/>
          </a:xfrm>
          <a:prstGeom prst="rect">
            <a:avLst/>
          </a:prstGeom>
          <a:noFill/>
          <a:ln>
            <a:noFill/>
          </a:ln>
        </p:spPr>
      </p:pic>
      <p:pic>
        <p:nvPicPr>
          <p:cNvPr id="128" name="Google Shape;128;p11"/>
          <p:cNvPicPr preferRelativeResize="0"/>
          <p:nvPr/>
        </p:nvPicPr>
        <p:blipFill rotWithShape="1">
          <a:blip r:embed="rId6">
            <a:alphaModFix/>
          </a:blip>
          <a:srcRect b="0" l="0" r="0" t="0"/>
          <a:stretch/>
        </p:blipFill>
        <p:spPr>
          <a:xfrm>
            <a:off x="11239500" y="5334000"/>
            <a:ext cx="82550" cy="82550"/>
          </a:xfrm>
          <a:prstGeom prst="rect">
            <a:avLst/>
          </a:prstGeom>
          <a:noFill/>
          <a:ln>
            <a:noFill/>
          </a:ln>
        </p:spPr>
      </p:pic>
      <p:pic>
        <p:nvPicPr>
          <p:cNvPr id="129" name="Google Shape;129;p11"/>
          <p:cNvPicPr preferRelativeResize="0"/>
          <p:nvPr/>
        </p:nvPicPr>
        <p:blipFill rotWithShape="1">
          <a:blip r:embed="rId6">
            <a:alphaModFix/>
          </a:blip>
          <a:srcRect b="0" l="0" r="0" t="0"/>
          <a:stretch/>
        </p:blipFill>
        <p:spPr>
          <a:xfrm>
            <a:off x="11055350" y="1555750"/>
            <a:ext cx="82550" cy="82550"/>
          </a:xfrm>
          <a:prstGeom prst="rect">
            <a:avLst/>
          </a:prstGeom>
          <a:noFill/>
          <a:ln>
            <a:noFill/>
          </a:ln>
        </p:spPr>
      </p:pic>
      <p:pic>
        <p:nvPicPr>
          <p:cNvPr id="130" name="Google Shape;130;p11"/>
          <p:cNvPicPr preferRelativeResize="0"/>
          <p:nvPr/>
        </p:nvPicPr>
        <p:blipFill rotWithShape="1">
          <a:blip r:embed="rId7">
            <a:alphaModFix/>
          </a:blip>
          <a:srcRect b="0" l="0" r="0" t="0"/>
          <a:stretch/>
        </p:blipFill>
        <p:spPr>
          <a:xfrm>
            <a:off x="6864350" y="1327150"/>
            <a:ext cx="228600" cy="228600"/>
          </a:xfrm>
          <a:prstGeom prst="rect">
            <a:avLst/>
          </a:prstGeom>
          <a:noFill/>
          <a:ln>
            <a:noFill/>
          </a:ln>
        </p:spPr>
      </p:pic>
      <p:pic>
        <p:nvPicPr>
          <p:cNvPr id="131" name="Google Shape;131;p11"/>
          <p:cNvPicPr preferRelativeResize="0"/>
          <p:nvPr/>
        </p:nvPicPr>
        <p:blipFill rotWithShape="1">
          <a:blip r:embed="rId8">
            <a:alphaModFix/>
          </a:blip>
          <a:srcRect b="0" l="0" r="0" t="0"/>
          <a:stretch/>
        </p:blipFill>
        <p:spPr>
          <a:xfrm>
            <a:off x="11347450" y="5054600"/>
            <a:ext cx="317500" cy="317500"/>
          </a:xfrm>
          <a:prstGeom prst="rect">
            <a:avLst/>
          </a:prstGeom>
          <a:noFill/>
          <a:ln>
            <a:noFill/>
          </a:ln>
        </p:spPr>
      </p:pic>
      <p:pic>
        <p:nvPicPr>
          <p:cNvPr id="132" name="Google Shape;132;p11"/>
          <p:cNvPicPr preferRelativeResize="0"/>
          <p:nvPr/>
        </p:nvPicPr>
        <p:blipFill rotWithShape="1">
          <a:blip r:embed="rId9">
            <a:alphaModFix/>
          </a:blip>
          <a:srcRect b="0" l="0" r="0" t="0"/>
          <a:stretch/>
        </p:blipFill>
        <p:spPr>
          <a:xfrm>
            <a:off x="11137900" y="1295400"/>
            <a:ext cx="209550" cy="209550"/>
          </a:xfrm>
          <a:prstGeom prst="rect">
            <a:avLst/>
          </a:prstGeom>
          <a:noFill/>
          <a:ln>
            <a:noFill/>
          </a:ln>
        </p:spPr>
      </p:pic>
      <p:pic>
        <p:nvPicPr>
          <p:cNvPr id="133" name="Google Shape;133;p11"/>
          <p:cNvPicPr preferRelativeResize="0"/>
          <p:nvPr/>
        </p:nvPicPr>
        <p:blipFill rotWithShape="1">
          <a:blip r:embed="rId10">
            <a:alphaModFix/>
          </a:blip>
          <a:srcRect b="0" l="0" r="0" t="0"/>
          <a:stretch/>
        </p:blipFill>
        <p:spPr>
          <a:xfrm>
            <a:off x="7270750" y="5302250"/>
            <a:ext cx="241300" cy="241300"/>
          </a:xfrm>
          <a:prstGeom prst="rect">
            <a:avLst/>
          </a:prstGeom>
          <a:noFill/>
          <a:ln>
            <a:noFill/>
          </a:ln>
        </p:spPr>
      </p:pic>
      <p:pic>
        <p:nvPicPr>
          <p:cNvPr id="134" name="Google Shape;134;p11"/>
          <p:cNvPicPr preferRelativeResize="0"/>
          <p:nvPr/>
        </p:nvPicPr>
        <p:blipFill rotWithShape="1">
          <a:blip r:embed="rId11">
            <a:alphaModFix/>
          </a:blip>
          <a:srcRect b="0" l="0" r="0" t="0"/>
          <a:stretch/>
        </p:blipFill>
        <p:spPr>
          <a:xfrm>
            <a:off x="7092950" y="1952625"/>
            <a:ext cx="2254250" cy="1828800"/>
          </a:xfrm>
          <a:prstGeom prst="rect">
            <a:avLst/>
          </a:prstGeom>
          <a:noFill/>
          <a:ln>
            <a:noFill/>
          </a:ln>
        </p:spPr>
      </p:pic>
      <p:pic>
        <p:nvPicPr>
          <p:cNvPr id="135" name="Google Shape;135;p11"/>
          <p:cNvPicPr preferRelativeResize="0"/>
          <p:nvPr/>
        </p:nvPicPr>
        <p:blipFill rotWithShape="1">
          <a:blip r:embed="rId12">
            <a:alphaModFix/>
          </a:blip>
          <a:srcRect b="0" l="0" r="0" t="0"/>
          <a:stretch/>
        </p:blipFill>
        <p:spPr>
          <a:xfrm>
            <a:off x="8699500" y="2762250"/>
            <a:ext cx="2628900" cy="2127250"/>
          </a:xfrm>
          <a:prstGeom prst="rect">
            <a:avLst/>
          </a:prstGeom>
          <a:noFill/>
          <a:ln>
            <a:noFill/>
          </a:ln>
        </p:spPr>
      </p:pic>
      <p:pic>
        <p:nvPicPr>
          <p:cNvPr id="136" name="Google Shape;136;p11"/>
          <p:cNvPicPr preferRelativeResize="0"/>
          <p:nvPr/>
        </p:nvPicPr>
        <p:blipFill rotWithShape="1">
          <a:blip r:embed="rId13">
            <a:alphaModFix/>
          </a:blip>
          <a:srcRect b="0" l="0" r="0" t="0"/>
          <a:stretch/>
        </p:blipFill>
        <p:spPr>
          <a:xfrm>
            <a:off x="8890000" y="2971800"/>
            <a:ext cx="2247900" cy="12890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3" r:id="rId14"/>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50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ppt_w</p:attrName>
                                        </p:attrNameLst>
                                      </p:cBhvr>
                                      <p:tavLst>
                                        <p:tav fmla="" tm="0">
                                          <p:val>
                                            <p:strVal val="0"/>
                                          </p:val>
                                        </p:tav>
                                        <p:tav fmla="" tm="100000">
                                          <p:val>
                                            <p:strVal val="#ppt_w"/>
                                          </p:val>
                                        </p:tav>
                                      </p:tavLst>
                                    </p:anim>
                                    <p:anim calcmode="lin" valueType="num">
                                      <p:cBhvr additive="base">
                                        <p:cTn dur="500"/>
                                        <p:tgtEl>
                                          <p:spTgt spid="12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122"/>
                                        </p:tgtEl>
                                        <p:attrNameLst>
                                          <p:attrName>style.visibility</p:attrName>
                                        </p:attrNameLst>
                                      </p:cBhvr>
                                      <p:to>
                                        <p:strVal val="visible"/>
                                      </p:to>
                                    </p:set>
                                    <p:animEffect filter="fade" transition="in">
                                      <p:cBhvr>
                                        <p:cTn dur="2000"/>
                                        <p:tgtEl>
                                          <p:spTgt spid="122"/>
                                        </p:tgtEl>
                                      </p:cBhvr>
                                    </p:animEffect>
                                  </p:childTnLst>
                                </p:cTn>
                              </p:par>
                              <p:par>
                                <p:cTn fill="hold" nodeType="withEffect" presetClass="entr" presetID="10" presetSubtype="0">
                                  <p:stCondLst>
                                    <p:cond delay="100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par>
                                <p:cTn fill="hold" nodeType="withEffect" presetClass="entr" presetID="10" presetSubtype="0">
                                  <p:stCondLst>
                                    <p:cond delay="150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par>
                                <p:cTn fill="hold" nodeType="withEffect" presetClass="entr" presetID="10" presetSubtype="0">
                                  <p:stCondLst>
                                    <p:cond delay="100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par>
                                <p:cTn fill="hold" nodeType="withEffect" presetClass="entr" presetID="10" presetSubtype="0">
                                  <p:stCondLst>
                                    <p:cond delay="50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50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par>
                                <p:cTn fill="hold" nodeType="withEffect" presetClass="entr" presetID="10" presetSubtype="0">
                                  <p:stCondLst>
                                    <p:cond delay="50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50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100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100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100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100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par>
                                <p:cTn fill="hold" nodeType="withEffect" presetClass="entr" presetID="10" presetSubtype="0">
                                  <p:stCondLst>
                                    <p:cond delay="50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100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39" name="Shape 139"/>
        <p:cNvGrpSpPr/>
        <p:nvPr/>
      </p:nvGrpSpPr>
      <p:grpSpPr>
        <a:xfrm>
          <a:off x="0" y="0"/>
          <a:ext cx="0" cy="0"/>
          <a:chOff x="0" y="0"/>
          <a:chExt cx="0" cy="0"/>
        </a:xfrm>
      </p:grpSpPr>
      <p:pic>
        <p:nvPicPr>
          <p:cNvPr id="140" name="Google Shape;140;p13"/>
          <p:cNvPicPr preferRelativeResize="0"/>
          <p:nvPr/>
        </p:nvPicPr>
        <p:blipFill rotWithShape="1">
          <a:blip r:embed="rId1">
            <a:alphaModFix/>
          </a:blip>
          <a:srcRect b="0" l="0" r="0" t="0"/>
          <a:stretch/>
        </p:blipFill>
        <p:spPr>
          <a:xfrm>
            <a:off x="0" y="0"/>
            <a:ext cx="12192000" cy="6858000"/>
          </a:xfrm>
          <a:prstGeom prst="rect">
            <a:avLst/>
          </a:prstGeom>
          <a:noFill/>
          <a:ln>
            <a:noFill/>
          </a:ln>
        </p:spPr>
      </p:pic>
      <p:pic>
        <p:nvPicPr>
          <p:cNvPr id="141" name="Google Shape;141;p13"/>
          <p:cNvPicPr preferRelativeResize="0"/>
          <p:nvPr/>
        </p:nvPicPr>
        <p:blipFill rotWithShape="1">
          <a:blip r:embed="rId2">
            <a:alphaModFix/>
          </a:blip>
          <a:srcRect b="0" l="0" r="0" t="0"/>
          <a:stretch/>
        </p:blipFill>
        <p:spPr>
          <a:xfrm>
            <a:off x="6972300" y="1066800"/>
            <a:ext cx="4724400" cy="4724400"/>
          </a:xfrm>
          <a:prstGeom prst="rect">
            <a:avLst/>
          </a:prstGeom>
          <a:noFill/>
          <a:ln>
            <a:noFill/>
          </a:ln>
        </p:spPr>
      </p:pic>
      <p:pic>
        <p:nvPicPr>
          <p:cNvPr id="142" name="Google Shape;142;p13"/>
          <p:cNvPicPr preferRelativeResize="0"/>
          <p:nvPr/>
        </p:nvPicPr>
        <p:blipFill rotWithShape="1">
          <a:blip r:embed="rId3">
            <a:alphaModFix/>
          </a:blip>
          <a:srcRect b="0" l="0" r="0" t="0"/>
          <a:stretch/>
        </p:blipFill>
        <p:spPr>
          <a:xfrm>
            <a:off x="9531350" y="2057400"/>
            <a:ext cx="1187450" cy="1720850"/>
          </a:xfrm>
          <a:prstGeom prst="rect">
            <a:avLst/>
          </a:prstGeom>
          <a:noFill/>
          <a:ln>
            <a:noFill/>
          </a:ln>
        </p:spPr>
      </p:pic>
      <p:pic>
        <p:nvPicPr>
          <p:cNvPr id="143" name="Google Shape;143;p13"/>
          <p:cNvPicPr preferRelativeResize="0"/>
          <p:nvPr/>
        </p:nvPicPr>
        <p:blipFill rotWithShape="1">
          <a:blip r:embed="rId3">
            <a:alphaModFix/>
          </a:blip>
          <a:srcRect b="0" l="0" r="0" t="0"/>
          <a:stretch/>
        </p:blipFill>
        <p:spPr>
          <a:xfrm>
            <a:off x="7962900" y="2057400"/>
            <a:ext cx="1187450" cy="1720850"/>
          </a:xfrm>
          <a:prstGeom prst="rect">
            <a:avLst/>
          </a:prstGeom>
          <a:noFill/>
          <a:ln>
            <a:noFill/>
          </a:ln>
        </p:spPr>
      </p:pic>
      <p:pic>
        <p:nvPicPr>
          <p:cNvPr id="144" name="Google Shape;144;p13"/>
          <p:cNvPicPr preferRelativeResize="0"/>
          <p:nvPr/>
        </p:nvPicPr>
        <p:blipFill rotWithShape="1">
          <a:blip r:embed="rId4">
            <a:alphaModFix/>
          </a:blip>
          <a:srcRect b="0" l="0" r="0" t="0"/>
          <a:stretch/>
        </p:blipFill>
        <p:spPr>
          <a:xfrm>
            <a:off x="8159750" y="4184650"/>
            <a:ext cx="2374900" cy="927100"/>
          </a:xfrm>
          <a:prstGeom prst="rect">
            <a:avLst/>
          </a:prstGeom>
          <a:noFill/>
          <a:ln>
            <a:noFill/>
          </a:ln>
        </p:spPr>
      </p:pic>
      <p:pic>
        <p:nvPicPr>
          <p:cNvPr id="145" name="Google Shape;145;p13"/>
          <p:cNvPicPr preferRelativeResize="0"/>
          <p:nvPr/>
        </p:nvPicPr>
        <p:blipFill rotWithShape="1">
          <a:blip r:embed="rId5">
            <a:alphaModFix/>
          </a:blip>
          <a:srcRect b="0" l="0" r="0" t="0"/>
          <a:stretch/>
        </p:blipFill>
        <p:spPr>
          <a:xfrm>
            <a:off x="7804150" y="3194050"/>
            <a:ext cx="3092450" cy="190500"/>
          </a:xfrm>
          <a:prstGeom prst="rect">
            <a:avLst/>
          </a:prstGeom>
          <a:noFill/>
          <a:ln>
            <a:noFill/>
          </a:ln>
        </p:spPr>
      </p:pic>
      <p:pic>
        <p:nvPicPr>
          <p:cNvPr id="146" name="Google Shape;146;p13"/>
          <p:cNvPicPr preferRelativeResize="0"/>
          <p:nvPr/>
        </p:nvPicPr>
        <p:blipFill rotWithShape="1">
          <a:blip r:embed="rId6">
            <a:alphaModFix/>
          </a:blip>
          <a:srcRect b="0" l="0" r="0" t="0"/>
          <a:stretch/>
        </p:blipFill>
        <p:spPr>
          <a:xfrm>
            <a:off x="8407400" y="1644650"/>
            <a:ext cx="1911350" cy="2298700"/>
          </a:xfrm>
          <a:prstGeom prst="rect">
            <a:avLst/>
          </a:prstGeom>
          <a:noFill/>
          <a:ln>
            <a:noFill/>
          </a:ln>
        </p:spPr>
      </p:pic>
      <p:pic>
        <p:nvPicPr>
          <p:cNvPr id="147" name="Google Shape;147;p13"/>
          <p:cNvPicPr preferRelativeResize="0"/>
          <p:nvPr/>
        </p:nvPicPr>
        <p:blipFill rotWithShape="1">
          <a:blip r:embed="rId7">
            <a:alphaModFix/>
          </a:blip>
          <a:srcRect b="0" l="0" r="0" t="0"/>
          <a:stretch/>
        </p:blipFill>
        <p:spPr>
          <a:xfrm>
            <a:off x="7600950" y="5461000"/>
            <a:ext cx="82550" cy="82550"/>
          </a:xfrm>
          <a:prstGeom prst="rect">
            <a:avLst/>
          </a:prstGeom>
          <a:noFill/>
          <a:ln>
            <a:noFill/>
          </a:ln>
        </p:spPr>
      </p:pic>
      <p:pic>
        <p:nvPicPr>
          <p:cNvPr id="148" name="Google Shape;148;p13"/>
          <p:cNvPicPr preferRelativeResize="0"/>
          <p:nvPr/>
        </p:nvPicPr>
        <p:blipFill rotWithShape="1">
          <a:blip r:embed="rId7">
            <a:alphaModFix/>
          </a:blip>
          <a:srcRect b="0" l="0" r="0" t="0"/>
          <a:stretch/>
        </p:blipFill>
        <p:spPr>
          <a:xfrm>
            <a:off x="11055350" y="1555750"/>
            <a:ext cx="82550" cy="82550"/>
          </a:xfrm>
          <a:prstGeom prst="rect">
            <a:avLst/>
          </a:prstGeom>
          <a:noFill/>
          <a:ln>
            <a:noFill/>
          </a:ln>
        </p:spPr>
      </p:pic>
      <p:pic>
        <p:nvPicPr>
          <p:cNvPr id="149" name="Google Shape;149;p13"/>
          <p:cNvPicPr preferRelativeResize="0"/>
          <p:nvPr/>
        </p:nvPicPr>
        <p:blipFill rotWithShape="1">
          <a:blip r:embed="rId8">
            <a:alphaModFix/>
          </a:blip>
          <a:srcRect b="0" l="0" r="0" t="0"/>
          <a:stretch/>
        </p:blipFill>
        <p:spPr>
          <a:xfrm>
            <a:off x="11137900" y="1295400"/>
            <a:ext cx="209550" cy="209550"/>
          </a:xfrm>
          <a:prstGeom prst="rect">
            <a:avLst/>
          </a:prstGeom>
          <a:noFill/>
          <a:ln>
            <a:noFill/>
          </a:ln>
        </p:spPr>
      </p:pic>
      <p:pic>
        <p:nvPicPr>
          <p:cNvPr id="150" name="Google Shape;150;p13"/>
          <p:cNvPicPr preferRelativeResize="0"/>
          <p:nvPr/>
        </p:nvPicPr>
        <p:blipFill rotWithShape="1">
          <a:blip r:embed="rId9">
            <a:alphaModFix/>
          </a:blip>
          <a:srcRect b="0" l="0" r="0" t="0"/>
          <a:stretch/>
        </p:blipFill>
        <p:spPr>
          <a:xfrm>
            <a:off x="7270750" y="5302250"/>
            <a:ext cx="241300" cy="241300"/>
          </a:xfrm>
          <a:prstGeom prst="rect">
            <a:avLst/>
          </a:prstGeom>
          <a:noFill/>
          <a:ln>
            <a:noFill/>
          </a:ln>
        </p:spPr>
      </p:pic>
      <p:pic>
        <p:nvPicPr>
          <p:cNvPr id="151" name="Google Shape;151;p13"/>
          <p:cNvPicPr preferRelativeResize="0"/>
          <p:nvPr/>
        </p:nvPicPr>
        <p:blipFill rotWithShape="1">
          <a:blip r:embed="rId10">
            <a:alphaModFix/>
          </a:blip>
          <a:srcRect b="0" l="0" r="0" t="0"/>
          <a:stretch/>
        </p:blipFill>
        <p:spPr>
          <a:xfrm>
            <a:off x="7023100" y="1308100"/>
            <a:ext cx="793750" cy="762000"/>
          </a:xfrm>
          <a:prstGeom prst="rect">
            <a:avLst/>
          </a:prstGeom>
          <a:noFill/>
          <a:ln>
            <a:noFill/>
          </a:ln>
        </p:spPr>
      </p:pic>
      <p:pic>
        <p:nvPicPr>
          <p:cNvPr id="152" name="Google Shape;152;p13"/>
          <p:cNvPicPr preferRelativeResize="0"/>
          <p:nvPr/>
        </p:nvPicPr>
        <p:blipFill rotWithShape="1">
          <a:blip r:embed="rId11">
            <a:alphaModFix/>
          </a:blip>
          <a:srcRect b="0" l="0" r="0" t="0"/>
          <a:stretch/>
        </p:blipFill>
        <p:spPr>
          <a:xfrm>
            <a:off x="317500" y="2374900"/>
            <a:ext cx="1117600" cy="1079500"/>
          </a:xfrm>
          <a:prstGeom prst="rect">
            <a:avLst/>
          </a:prstGeom>
          <a:noFill/>
          <a:ln>
            <a:noFill/>
          </a:ln>
        </p:spPr>
      </p:pic>
      <p:pic>
        <p:nvPicPr>
          <p:cNvPr id="153" name="Google Shape;153;p13"/>
          <p:cNvPicPr preferRelativeResize="0"/>
          <p:nvPr/>
        </p:nvPicPr>
        <p:blipFill rotWithShape="1">
          <a:blip r:embed="rId12">
            <a:alphaModFix/>
          </a:blip>
          <a:srcRect b="0" l="0" r="0" t="0"/>
          <a:stretch/>
        </p:blipFill>
        <p:spPr>
          <a:xfrm>
            <a:off x="5454650" y="4324350"/>
            <a:ext cx="1117600" cy="1079500"/>
          </a:xfrm>
          <a:prstGeom prst="rect">
            <a:avLst/>
          </a:prstGeom>
          <a:noFill/>
          <a:ln>
            <a:noFill/>
          </a:ln>
        </p:spPr>
      </p:pic>
      <p:pic>
        <p:nvPicPr>
          <p:cNvPr id="154" name="Google Shape;154;p13"/>
          <p:cNvPicPr preferRelativeResize="0"/>
          <p:nvPr/>
        </p:nvPicPr>
        <p:blipFill rotWithShape="1">
          <a:blip r:embed="rId10">
            <a:alphaModFix/>
          </a:blip>
          <a:srcRect b="0" l="0" r="0" t="0"/>
          <a:stretch/>
        </p:blipFill>
        <p:spPr>
          <a:xfrm rot="10800000">
            <a:off x="11225530" y="3955339"/>
            <a:ext cx="793750" cy="762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13"/>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500"/>
                                        <p:tgtEl>
                                          <p:spTgt spid="140"/>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50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500"/>
                                        <p:tgtEl>
                                          <p:spTgt spid="141"/>
                                        </p:tgtEl>
                                        <p:attrNameLst>
                                          <p:attrName>ppt_w</p:attrName>
                                        </p:attrNameLst>
                                      </p:cBhvr>
                                      <p:tavLst>
                                        <p:tav fmla="" tm="0">
                                          <p:val>
                                            <p:strVal val="0"/>
                                          </p:val>
                                        </p:tav>
                                        <p:tav fmla="" tm="100000">
                                          <p:val>
                                            <p:strVal val="#ppt_w"/>
                                          </p:val>
                                        </p:tav>
                                      </p:tavLst>
                                    </p:anim>
                                    <p:anim calcmode="lin" valueType="num">
                                      <p:cBhvr additive="base">
                                        <p:cTn dur="500"/>
                                        <p:tgtEl>
                                          <p:spTgt spid="14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0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150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par>
                                <p:cTn fill="hold" nodeType="withEffect" presetClass="entr" presetID="10" presetSubtype="0">
                                  <p:stCondLst>
                                    <p:cond delay="150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par>
                                <p:cTn fill="hold" nodeType="withEffect" presetClass="entr" presetID="10" presetSubtype="0">
                                  <p:stCondLst>
                                    <p:cond delay="200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par>
                                <p:cTn fill="hold" nodeType="withEffect" presetClass="entr" presetID="10" presetSubtype="0">
                                  <p:stCondLst>
                                    <p:cond delay="100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par>
                                <p:cTn fill="hold" nodeType="withEffect" presetClass="entr" presetID="10" presetSubtype="0">
                                  <p:stCondLst>
                                    <p:cond delay="50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50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75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75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75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75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par>
                                <p:cTn fill="hold" nodeType="withEffect" presetClass="entr" presetID="10" presetSubtype="0">
                                  <p:stCondLst>
                                    <p:cond delay="75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par>
                                <p:cTn fill="hold" nodeType="withEffect" presetClass="entr" presetID="10" presetSubtype="0">
                                  <p:stCondLst>
                                    <p:cond delay="75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58" name="Shape 158"/>
        <p:cNvGrpSpPr/>
        <p:nvPr/>
      </p:nvGrpSpPr>
      <p:grpSpPr>
        <a:xfrm>
          <a:off x="0" y="0"/>
          <a:ext cx="0" cy="0"/>
          <a:chOff x="0" y="0"/>
          <a:chExt cx="0" cy="0"/>
        </a:xfrm>
      </p:grpSpPr>
      <p:pic>
        <p:nvPicPr>
          <p:cNvPr id="159" name="Google Shape;159;p15"/>
          <p:cNvPicPr preferRelativeResize="0"/>
          <p:nvPr/>
        </p:nvPicPr>
        <p:blipFill rotWithShape="1">
          <a:blip r:embed="rId1">
            <a:alphaModFix/>
          </a:blip>
          <a:srcRect b="0" l="0" r="0" t="0"/>
          <a:stretch/>
        </p:blipFill>
        <p:spPr>
          <a:xfrm>
            <a:off x="0" y="0"/>
            <a:ext cx="12192000" cy="5822950"/>
          </a:xfrm>
          <a:prstGeom prst="rect">
            <a:avLst/>
          </a:prstGeom>
          <a:noFill/>
          <a:ln>
            <a:noFill/>
          </a:ln>
        </p:spPr>
      </p:pic>
      <p:pic>
        <p:nvPicPr>
          <p:cNvPr id="160" name="Google Shape;160;p15"/>
          <p:cNvPicPr preferRelativeResize="0"/>
          <p:nvPr/>
        </p:nvPicPr>
        <p:blipFill rotWithShape="1">
          <a:blip r:embed="rId2">
            <a:alphaModFix/>
          </a:blip>
          <a:srcRect b="0" l="0" r="0" t="0"/>
          <a:stretch/>
        </p:blipFill>
        <p:spPr>
          <a:xfrm>
            <a:off x="920750" y="952500"/>
            <a:ext cx="9721850" cy="4464050"/>
          </a:xfrm>
          <a:prstGeom prst="rect">
            <a:avLst/>
          </a:prstGeom>
          <a:noFill/>
          <a:ln>
            <a:noFill/>
          </a:ln>
        </p:spPr>
      </p:pic>
      <p:pic>
        <p:nvPicPr>
          <p:cNvPr id="161" name="Google Shape;161;p15"/>
          <p:cNvPicPr preferRelativeResize="0"/>
          <p:nvPr/>
        </p:nvPicPr>
        <p:blipFill rotWithShape="1">
          <a:blip r:embed="rId3">
            <a:alphaModFix/>
          </a:blip>
          <a:srcRect b="0" l="0" r="0" t="0"/>
          <a:stretch/>
        </p:blipFill>
        <p:spPr>
          <a:xfrm>
            <a:off x="9664700" y="2476500"/>
            <a:ext cx="1949450" cy="1123950"/>
          </a:xfrm>
          <a:prstGeom prst="rect">
            <a:avLst/>
          </a:prstGeom>
          <a:noFill/>
          <a:ln>
            <a:noFill/>
          </a:ln>
        </p:spPr>
      </p:pic>
      <p:pic>
        <p:nvPicPr>
          <p:cNvPr id="162" name="Google Shape;162;p15"/>
          <p:cNvPicPr preferRelativeResize="0"/>
          <p:nvPr/>
        </p:nvPicPr>
        <p:blipFill rotWithShape="1">
          <a:blip r:embed="rId4">
            <a:alphaModFix/>
          </a:blip>
          <a:srcRect b="0" l="0" r="0" t="0"/>
          <a:stretch/>
        </p:blipFill>
        <p:spPr>
          <a:xfrm>
            <a:off x="1301750" y="2794000"/>
            <a:ext cx="2527300" cy="3028950"/>
          </a:xfrm>
          <a:prstGeom prst="rect">
            <a:avLst/>
          </a:prstGeom>
          <a:noFill/>
          <a:ln>
            <a:noFill/>
          </a:ln>
        </p:spPr>
      </p:pic>
      <p:pic>
        <p:nvPicPr>
          <p:cNvPr id="163" name="Google Shape;163;p15"/>
          <p:cNvPicPr preferRelativeResize="0"/>
          <p:nvPr/>
        </p:nvPicPr>
        <p:blipFill rotWithShape="1">
          <a:blip r:embed="rId5">
            <a:alphaModFix/>
          </a:blip>
          <a:srcRect b="0" l="0" r="0" t="0"/>
          <a:stretch/>
        </p:blipFill>
        <p:spPr>
          <a:xfrm>
            <a:off x="933450" y="863600"/>
            <a:ext cx="2139950" cy="952500"/>
          </a:xfrm>
          <a:prstGeom prst="rect">
            <a:avLst/>
          </a:prstGeom>
          <a:noFill/>
          <a:ln>
            <a:noFill/>
          </a:ln>
        </p:spPr>
      </p:pic>
      <p:pic>
        <p:nvPicPr>
          <p:cNvPr id="164" name="Google Shape;164;p15"/>
          <p:cNvPicPr preferRelativeResize="0"/>
          <p:nvPr/>
        </p:nvPicPr>
        <p:blipFill rotWithShape="1">
          <a:blip r:embed="rId6">
            <a:alphaModFix/>
          </a:blip>
          <a:srcRect b="0" l="0" r="0" t="0"/>
          <a:stretch/>
        </p:blipFill>
        <p:spPr>
          <a:xfrm>
            <a:off x="9652000" y="4476750"/>
            <a:ext cx="1962150" cy="1327150"/>
          </a:xfrm>
          <a:prstGeom prst="rect">
            <a:avLst/>
          </a:prstGeom>
          <a:noFill/>
          <a:ln>
            <a:noFill/>
          </a:ln>
        </p:spPr>
      </p:pic>
      <p:pic>
        <p:nvPicPr>
          <p:cNvPr id="165" name="Google Shape;165;p15"/>
          <p:cNvPicPr preferRelativeResize="0"/>
          <p:nvPr/>
        </p:nvPicPr>
        <p:blipFill rotWithShape="1">
          <a:blip r:embed="rId7">
            <a:alphaModFix/>
          </a:blip>
          <a:srcRect b="0" l="0" r="0" t="0"/>
          <a:stretch/>
        </p:blipFill>
        <p:spPr>
          <a:xfrm>
            <a:off x="3155950" y="1543050"/>
            <a:ext cx="5791200" cy="4279900"/>
          </a:xfrm>
          <a:prstGeom prst="rect">
            <a:avLst/>
          </a:prstGeom>
          <a:noFill/>
          <a:ln>
            <a:noFill/>
          </a:ln>
        </p:spPr>
      </p:pic>
      <p:pic>
        <p:nvPicPr>
          <p:cNvPr id="166" name="Google Shape;166;p15"/>
          <p:cNvPicPr preferRelativeResize="0"/>
          <p:nvPr/>
        </p:nvPicPr>
        <p:blipFill rotWithShape="1">
          <a:blip r:embed="rId8">
            <a:alphaModFix/>
          </a:blip>
          <a:srcRect b="0" l="0" r="0" t="0"/>
          <a:stretch/>
        </p:blipFill>
        <p:spPr>
          <a:xfrm>
            <a:off x="4013200" y="571500"/>
            <a:ext cx="4146550" cy="3733800"/>
          </a:xfrm>
          <a:prstGeom prst="rect">
            <a:avLst/>
          </a:prstGeom>
          <a:noFill/>
          <a:ln>
            <a:noFill/>
          </a:ln>
        </p:spPr>
      </p:pic>
      <p:pic>
        <p:nvPicPr>
          <p:cNvPr id="167" name="Google Shape;167;p15"/>
          <p:cNvPicPr preferRelativeResize="0"/>
          <p:nvPr/>
        </p:nvPicPr>
        <p:blipFill rotWithShape="1">
          <a:blip r:embed="rId9">
            <a:alphaModFix/>
          </a:blip>
          <a:srcRect b="0" l="0" r="0" t="0"/>
          <a:stretch/>
        </p:blipFill>
        <p:spPr>
          <a:xfrm>
            <a:off x="3187700" y="4311650"/>
            <a:ext cx="1568450" cy="1492250"/>
          </a:xfrm>
          <a:prstGeom prst="rect">
            <a:avLst/>
          </a:prstGeom>
          <a:noFill/>
          <a:ln>
            <a:noFill/>
          </a:ln>
        </p:spPr>
      </p:pic>
      <p:pic>
        <p:nvPicPr>
          <p:cNvPr id="168" name="Google Shape;168;p15"/>
          <p:cNvPicPr preferRelativeResize="0"/>
          <p:nvPr/>
        </p:nvPicPr>
        <p:blipFill rotWithShape="1">
          <a:blip r:embed="rId10">
            <a:alphaModFix/>
          </a:blip>
          <a:srcRect b="0" l="0" r="0" t="0"/>
          <a:stretch/>
        </p:blipFill>
        <p:spPr>
          <a:xfrm>
            <a:off x="8934450" y="5099050"/>
            <a:ext cx="1206500" cy="704850"/>
          </a:xfrm>
          <a:prstGeom prst="rect">
            <a:avLst/>
          </a:prstGeom>
          <a:noFill/>
          <a:ln>
            <a:noFill/>
          </a:ln>
        </p:spPr>
      </p:pic>
      <p:pic>
        <p:nvPicPr>
          <p:cNvPr id="169" name="Google Shape;169;p15"/>
          <p:cNvPicPr preferRelativeResize="0"/>
          <p:nvPr/>
        </p:nvPicPr>
        <p:blipFill rotWithShape="1">
          <a:blip r:embed="rId11">
            <a:alphaModFix/>
          </a:blip>
          <a:srcRect b="0" l="0" r="0" t="0"/>
          <a:stretch/>
        </p:blipFill>
        <p:spPr>
          <a:xfrm>
            <a:off x="8128000" y="4127500"/>
            <a:ext cx="1111250" cy="1676400"/>
          </a:xfrm>
          <a:prstGeom prst="rect">
            <a:avLst/>
          </a:prstGeom>
          <a:noFill/>
          <a:ln>
            <a:noFill/>
          </a:ln>
        </p:spPr>
      </p:pic>
      <p:pic>
        <p:nvPicPr>
          <p:cNvPr id="170" name="Google Shape;170;p15"/>
          <p:cNvPicPr preferRelativeResize="0"/>
          <p:nvPr/>
        </p:nvPicPr>
        <p:blipFill rotWithShape="1">
          <a:blip r:embed="rId12">
            <a:alphaModFix/>
          </a:blip>
          <a:srcRect b="0" l="0" r="0" t="0"/>
          <a:stretch/>
        </p:blipFill>
        <p:spPr>
          <a:xfrm>
            <a:off x="9271000" y="1174750"/>
            <a:ext cx="82550" cy="82550"/>
          </a:xfrm>
          <a:prstGeom prst="rect">
            <a:avLst/>
          </a:prstGeom>
          <a:noFill/>
          <a:ln>
            <a:noFill/>
          </a:ln>
        </p:spPr>
      </p:pic>
      <p:pic>
        <p:nvPicPr>
          <p:cNvPr id="171" name="Google Shape;171;p15"/>
          <p:cNvPicPr preferRelativeResize="0"/>
          <p:nvPr/>
        </p:nvPicPr>
        <p:blipFill rotWithShape="1">
          <a:blip r:embed="rId13">
            <a:alphaModFix/>
          </a:blip>
          <a:srcRect b="0" l="0" r="0" t="0"/>
          <a:stretch/>
        </p:blipFill>
        <p:spPr>
          <a:xfrm>
            <a:off x="9226550" y="908050"/>
            <a:ext cx="44450" cy="44450"/>
          </a:xfrm>
          <a:prstGeom prst="rect">
            <a:avLst/>
          </a:prstGeom>
          <a:noFill/>
          <a:ln>
            <a:noFill/>
          </a:ln>
        </p:spPr>
      </p:pic>
      <p:pic>
        <p:nvPicPr>
          <p:cNvPr id="172" name="Google Shape;172;p15"/>
          <p:cNvPicPr preferRelativeResize="0"/>
          <p:nvPr/>
        </p:nvPicPr>
        <p:blipFill rotWithShape="1">
          <a:blip r:embed="rId12">
            <a:alphaModFix/>
          </a:blip>
          <a:srcRect b="0" l="0" r="0" t="0"/>
          <a:stretch/>
        </p:blipFill>
        <p:spPr>
          <a:xfrm>
            <a:off x="1676400" y="2705100"/>
            <a:ext cx="82550" cy="82550"/>
          </a:xfrm>
          <a:prstGeom prst="rect">
            <a:avLst/>
          </a:prstGeom>
          <a:noFill/>
          <a:ln>
            <a:noFill/>
          </a:ln>
        </p:spPr>
      </p:pic>
      <p:pic>
        <p:nvPicPr>
          <p:cNvPr id="173" name="Google Shape;173;p15"/>
          <p:cNvPicPr preferRelativeResize="0"/>
          <p:nvPr/>
        </p:nvPicPr>
        <p:blipFill rotWithShape="1">
          <a:blip r:embed="rId14">
            <a:alphaModFix/>
          </a:blip>
          <a:srcRect b="0" l="0" r="0" t="0"/>
          <a:stretch/>
        </p:blipFill>
        <p:spPr>
          <a:xfrm>
            <a:off x="1625600" y="2222500"/>
            <a:ext cx="50800" cy="50800"/>
          </a:xfrm>
          <a:prstGeom prst="rect">
            <a:avLst/>
          </a:prstGeom>
          <a:noFill/>
          <a:ln>
            <a:noFill/>
          </a:ln>
        </p:spPr>
      </p:pic>
      <p:pic>
        <p:nvPicPr>
          <p:cNvPr id="174" name="Google Shape;174;p15"/>
          <p:cNvPicPr preferRelativeResize="0"/>
          <p:nvPr/>
        </p:nvPicPr>
        <p:blipFill rotWithShape="1">
          <a:blip r:embed="rId15">
            <a:alphaModFix/>
          </a:blip>
          <a:srcRect b="0" l="0" r="0" t="0"/>
          <a:stretch/>
        </p:blipFill>
        <p:spPr>
          <a:xfrm>
            <a:off x="5060950" y="1511300"/>
            <a:ext cx="2171700" cy="2152650"/>
          </a:xfrm>
          <a:prstGeom prst="rect">
            <a:avLst/>
          </a:prstGeom>
          <a:noFill/>
          <a:ln>
            <a:noFill/>
          </a:ln>
        </p:spPr>
      </p:pic>
      <p:pic>
        <p:nvPicPr>
          <p:cNvPr id="175" name="Google Shape;175;p15"/>
          <p:cNvPicPr preferRelativeResize="0"/>
          <p:nvPr/>
        </p:nvPicPr>
        <p:blipFill rotWithShape="1">
          <a:blip r:embed="rId16">
            <a:alphaModFix/>
          </a:blip>
          <a:srcRect b="0" l="0" r="0" t="0"/>
          <a:stretch/>
        </p:blipFill>
        <p:spPr>
          <a:xfrm>
            <a:off x="11544300" y="1797050"/>
            <a:ext cx="38100" cy="38100"/>
          </a:xfrm>
          <a:prstGeom prst="rect">
            <a:avLst/>
          </a:prstGeom>
          <a:noFill/>
          <a:ln>
            <a:noFill/>
          </a:ln>
        </p:spPr>
      </p:pic>
      <p:pic>
        <p:nvPicPr>
          <p:cNvPr id="176" name="Google Shape;176;p15"/>
          <p:cNvPicPr preferRelativeResize="0"/>
          <p:nvPr/>
        </p:nvPicPr>
        <p:blipFill rotWithShape="1">
          <a:blip r:embed="rId17">
            <a:alphaModFix/>
          </a:blip>
          <a:srcRect b="0" l="0" r="0" t="0"/>
          <a:stretch/>
        </p:blipFill>
        <p:spPr>
          <a:xfrm>
            <a:off x="8832850" y="990600"/>
            <a:ext cx="228600" cy="228600"/>
          </a:xfrm>
          <a:prstGeom prst="rect">
            <a:avLst/>
          </a:prstGeom>
          <a:noFill/>
          <a:ln>
            <a:noFill/>
          </a:ln>
        </p:spPr>
      </p:pic>
      <p:pic>
        <p:nvPicPr>
          <p:cNvPr id="177" name="Google Shape;177;p15"/>
          <p:cNvPicPr preferRelativeResize="0"/>
          <p:nvPr/>
        </p:nvPicPr>
        <p:blipFill rotWithShape="1">
          <a:blip r:embed="rId18">
            <a:alphaModFix/>
          </a:blip>
          <a:srcRect b="0" l="0" r="0" t="0"/>
          <a:stretch/>
        </p:blipFill>
        <p:spPr>
          <a:xfrm>
            <a:off x="11645900" y="1905000"/>
            <a:ext cx="209550" cy="209550"/>
          </a:xfrm>
          <a:prstGeom prst="rect">
            <a:avLst/>
          </a:prstGeom>
          <a:noFill/>
          <a:ln>
            <a:noFill/>
          </a:ln>
        </p:spPr>
      </p:pic>
      <p:pic>
        <p:nvPicPr>
          <p:cNvPr id="178" name="Google Shape;178;p15"/>
          <p:cNvPicPr preferRelativeResize="0"/>
          <p:nvPr/>
        </p:nvPicPr>
        <p:blipFill rotWithShape="1">
          <a:blip r:embed="rId19">
            <a:alphaModFix/>
          </a:blip>
          <a:srcRect b="0" l="0" r="0" t="0"/>
          <a:stretch/>
        </p:blipFill>
        <p:spPr>
          <a:xfrm>
            <a:off x="1758950" y="2355850"/>
            <a:ext cx="241300" cy="241300"/>
          </a:xfrm>
          <a:prstGeom prst="rect">
            <a:avLst/>
          </a:prstGeom>
          <a:noFill/>
          <a:ln>
            <a:noFill/>
          </a:ln>
        </p:spPr>
      </p:pic>
      <p:pic>
        <p:nvPicPr>
          <p:cNvPr id="179" name="Google Shape;179;p15"/>
          <p:cNvPicPr preferRelativeResize="0"/>
          <p:nvPr/>
        </p:nvPicPr>
        <p:blipFill rotWithShape="1">
          <a:blip r:embed="rId20">
            <a:alphaModFix/>
          </a:blip>
          <a:srcRect b="0" l="0" r="0" t="0"/>
          <a:stretch/>
        </p:blipFill>
        <p:spPr>
          <a:xfrm>
            <a:off x="10217150" y="4006850"/>
            <a:ext cx="647700" cy="9207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1"/>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500"/>
                                        <p:tgtEl>
                                          <p:spTgt spid="15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par>
                                <p:cTn fill="hold" nodeType="withEffect" presetClass="entr" presetID="10" presetSubtype="0">
                                  <p:stCondLst>
                                    <p:cond delay="100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par>
                                <p:cTn fill="hold" nodeType="withEffect" presetClass="entr" presetID="10" presetSubtype="0">
                                  <p:stCondLst>
                                    <p:cond delay="50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2000"/>
                                        <p:tgtEl>
                                          <p:spTgt spid="160"/>
                                        </p:tgtEl>
                                      </p:cBhvr>
                                    </p:animEffect>
                                  </p:childTnLst>
                                </p:cTn>
                              </p:par>
                              <p:par>
                                <p:cTn fill="hold" nodeType="withEffect" presetClass="entr" presetID="10" presetSubtype="0">
                                  <p:stCondLst>
                                    <p:cond delay="100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par>
                                <p:cTn fill="hold" nodeType="withEffect" presetClass="entr" presetID="10" presetSubtype="0">
                                  <p:stCondLst>
                                    <p:cond delay="150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par>
                                <p:cTn fill="hold" nodeType="withEffect" presetClass="entr" presetID="10" presetSubtype="0">
                                  <p:stCondLst>
                                    <p:cond delay="50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par>
                                <p:cTn fill="hold" nodeType="withEffect" presetClass="entr" presetID="10" presetSubtype="0">
                                  <p:stCondLst>
                                    <p:cond delay="50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par>
                                <p:cTn fill="hold" nodeType="withEffect" presetClass="entr" presetID="10" presetSubtype="0">
                                  <p:stCondLst>
                                    <p:cond delay="200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par>
                                <p:cTn fill="hold" nodeType="withEffect" presetClass="entr" presetID="10" presetSubtype="0">
                                  <p:stCondLst>
                                    <p:cond delay="150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par>
                                <p:cTn fill="hold" nodeType="withEffect" presetClass="entr" presetID="10" presetSubtype="0">
                                  <p:stCondLst>
                                    <p:cond delay="150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par>
                                <p:cTn fill="hold" nodeType="withEffect" presetClass="entr" presetID="10" presetSubtype="0">
                                  <p:stCondLst>
                                    <p:cond delay="150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par>
                                <p:cTn fill="hold" nodeType="withEffect" presetClass="entr" presetID="10" presetSubtype="0">
                                  <p:stCondLst>
                                    <p:cond delay="50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par>
                                <p:cTn fill="hold" nodeType="withEffect" presetClass="entr" presetID="10" presetSubtype="0">
                                  <p:stCondLst>
                                    <p:cond delay="50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ntr" presetID="10" presetSubtype="0">
                                  <p:stCondLst>
                                    <p:cond delay="50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10" presetSubtype="0">
                                  <p:stCondLst>
                                    <p:cond delay="100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par>
                                <p:cTn fill="hold" nodeType="withEffect" presetClass="entr" presetID="10" presetSubtype="0">
                                  <p:stCondLst>
                                    <p:cond delay="100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81" name="Shape 181"/>
        <p:cNvGrpSpPr/>
        <p:nvPr/>
      </p:nvGrpSpPr>
      <p:grpSpPr>
        <a:xfrm>
          <a:off x="0" y="0"/>
          <a:ext cx="0" cy="0"/>
          <a:chOff x="0" y="0"/>
          <a:chExt cx="0" cy="0"/>
        </a:xfrm>
      </p:grpSpPr>
      <p:pic>
        <p:nvPicPr>
          <p:cNvPr id="182" name="Google Shape;182;p17"/>
          <p:cNvPicPr preferRelativeResize="0"/>
          <p:nvPr/>
        </p:nvPicPr>
        <p:blipFill rotWithShape="1">
          <a:blip r:embed="rId1">
            <a:alphaModFix/>
          </a:blip>
          <a:srcRect b="0" l="0" r="0" t="0"/>
          <a:stretch/>
        </p:blipFill>
        <p:spPr>
          <a:xfrm>
            <a:off x="0" y="0"/>
            <a:ext cx="12192000" cy="6858000"/>
          </a:xfrm>
          <a:prstGeom prst="rect">
            <a:avLst/>
          </a:prstGeom>
          <a:noFill/>
          <a:ln>
            <a:noFill/>
          </a:ln>
        </p:spPr>
      </p:pic>
      <p:pic>
        <p:nvPicPr>
          <p:cNvPr id="183" name="Google Shape;183;p17"/>
          <p:cNvPicPr preferRelativeResize="0"/>
          <p:nvPr/>
        </p:nvPicPr>
        <p:blipFill rotWithShape="1">
          <a:blip r:embed="rId2">
            <a:alphaModFix/>
          </a:blip>
          <a:srcRect b="0" l="0" r="0" t="0"/>
          <a:stretch/>
        </p:blipFill>
        <p:spPr>
          <a:xfrm>
            <a:off x="5632450" y="1901825"/>
            <a:ext cx="6559550" cy="3054350"/>
          </a:xfrm>
          <a:prstGeom prst="rect">
            <a:avLst/>
          </a:prstGeom>
          <a:noFill/>
          <a:ln>
            <a:noFill/>
          </a:ln>
        </p:spPr>
      </p:pic>
      <p:pic>
        <p:nvPicPr>
          <p:cNvPr id="184" name="Google Shape;184;p17"/>
          <p:cNvPicPr preferRelativeResize="0"/>
          <p:nvPr/>
        </p:nvPicPr>
        <p:blipFill rotWithShape="1">
          <a:blip r:embed="rId3">
            <a:alphaModFix/>
          </a:blip>
          <a:srcRect b="0" l="0" r="0" t="0"/>
          <a:stretch/>
        </p:blipFill>
        <p:spPr>
          <a:xfrm>
            <a:off x="6972300" y="1082675"/>
            <a:ext cx="4724400" cy="4724400"/>
          </a:xfrm>
          <a:prstGeom prst="rect">
            <a:avLst/>
          </a:prstGeom>
          <a:noFill/>
          <a:ln>
            <a:noFill/>
          </a:ln>
        </p:spPr>
      </p:pic>
      <p:pic>
        <p:nvPicPr>
          <p:cNvPr id="185" name="Google Shape;185;p17"/>
          <p:cNvPicPr preferRelativeResize="0"/>
          <p:nvPr/>
        </p:nvPicPr>
        <p:blipFill rotWithShape="1">
          <a:blip r:embed="rId4">
            <a:alphaModFix/>
          </a:blip>
          <a:srcRect b="0" l="0" r="0" t="0"/>
          <a:stretch/>
        </p:blipFill>
        <p:spPr>
          <a:xfrm>
            <a:off x="7505700" y="2435225"/>
            <a:ext cx="3568700" cy="2127250"/>
          </a:xfrm>
          <a:prstGeom prst="rect">
            <a:avLst/>
          </a:prstGeom>
          <a:noFill/>
          <a:ln>
            <a:noFill/>
          </a:ln>
        </p:spPr>
      </p:pic>
      <p:pic>
        <p:nvPicPr>
          <p:cNvPr id="186" name="Google Shape;186;p17"/>
          <p:cNvPicPr preferRelativeResize="0"/>
          <p:nvPr/>
        </p:nvPicPr>
        <p:blipFill rotWithShape="1">
          <a:blip r:embed="rId5">
            <a:alphaModFix/>
          </a:blip>
          <a:srcRect b="0" l="0" r="0" t="0"/>
          <a:stretch/>
        </p:blipFill>
        <p:spPr>
          <a:xfrm>
            <a:off x="8388350" y="1958975"/>
            <a:ext cx="1809750" cy="2266950"/>
          </a:xfrm>
          <a:prstGeom prst="rect">
            <a:avLst/>
          </a:prstGeom>
          <a:noFill/>
          <a:ln>
            <a:noFill/>
          </a:ln>
        </p:spPr>
      </p:pic>
      <p:pic>
        <p:nvPicPr>
          <p:cNvPr id="187" name="Google Shape;187;p17"/>
          <p:cNvPicPr preferRelativeResize="0"/>
          <p:nvPr/>
        </p:nvPicPr>
        <p:blipFill rotWithShape="1">
          <a:blip r:embed="rId6">
            <a:alphaModFix/>
          </a:blip>
          <a:srcRect b="0" l="0" r="0" t="0"/>
          <a:stretch/>
        </p:blipFill>
        <p:spPr>
          <a:xfrm>
            <a:off x="8636000" y="2206625"/>
            <a:ext cx="577850" cy="577850"/>
          </a:xfrm>
          <a:prstGeom prst="rect">
            <a:avLst/>
          </a:prstGeom>
          <a:noFill/>
          <a:ln>
            <a:noFill/>
          </a:ln>
        </p:spPr>
      </p:pic>
      <p:pic>
        <p:nvPicPr>
          <p:cNvPr id="188" name="Google Shape;188;p17"/>
          <p:cNvPicPr preferRelativeResize="0"/>
          <p:nvPr/>
        </p:nvPicPr>
        <p:blipFill rotWithShape="1">
          <a:blip r:embed="rId7">
            <a:alphaModFix/>
          </a:blip>
          <a:srcRect b="0" l="0" r="0" t="0"/>
          <a:stretch/>
        </p:blipFill>
        <p:spPr>
          <a:xfrm>
            <a:off x="10242550" y="2219325"/>
            <a:ext cx="590550" cy="711200"/>
          </a:xfrm>
          <a:prstGeom prst="rect">
            <a:avLst/>
          </a:prstGeom>
          <a:noFill/>
          <a:ln>
            <a:noFill/>
          </a:ln>
        </p:spPr>
      </p:pic>
      <p:pic>
        <p:nvPicPr>
          <p:cNvPr id="189" name="Google Shape;189;p17"/>
          <p:cNvPicPr preferRelativeResize="0"/>
          <p:nvPr/>
        </p:nvPicPr>
        <p:blipFill rotWithShape="1">
          <a:blip r:embed="rId8">
            <a:alphaModFix/>
          </a:blip>
          <a:srcRect b="0" l="0" r="0" t="0"/>
          <a:stretch/>
        </p:blipFill>
        <p:spPr>
          <a:xfrm>
            <a:off x="9683750" y="2536825"/>
            <a:ext cx="273050" cy="1689100"/>
          </a:xfrm>
          <a:prstGeom prst="rect">
            <a:avLst/>
          </a:prstGeom>
          <a:noFill/>
          <a:ln>
            <a:noFill/>
          </a:ln>
        </p:spPr>
      </p:pic>
      <p:pic>
        <p:nvPicPr>
          <p:cNvPr id="190" name="Google Shape;190;p17"/>
          <p:cNvPicPr preferRelativeResize="0"/>
          <p:nvPr/>
        </p:nvPicPr>
        <p:blipFill rotWithShape="1">
          <a:blip r:embed="rId9">
            <a:alphaModFix/>
          </a:blip>
          <a:srcRect b="0" l="0" r="0" t="0"/>
          <a:stretch/>
        </p:blipFill>
        <p:spPr>
          <a:xfrm>
            <a:off x="8058150" y="3190875"/>
            <a:ext cx="806450" cy="571500"/>
          </a:xfrm>
          <a:prstGeom prst="rect">
            <a:avLst/>
          </a:prstGeom>
          <a:noFill/>
          <a:ln>
            <a:noFill/>
          </a:ln>
        </p:spPr>
      </p:pic>
      <p:pic>
        <p:nvPicPr>
          <p:cNvPr id="191" name="Google Shape;191;p17"/>
          <p:cNvPicPr preferRelativeResize="0"/>
          <p:nvPr/>
        </p:nvPicPr>
        <p:blipFill rotWithShape="1">
          <a:blip r:embed="rId10">
            <a:alphaModFix/>
          </a:blip>
          <a:srcRect b="0" l="0" r="0" t="0"/>
          <a:stretch/>
        </p:blipFill>
        <p:spPr>
          <a:xfrm>
            <a:off x="7270750" y="1819275"/>
            <a:ext cx="82550" cy="82550"/>
          </a:xfrm>
          <a:prstGeom prst="rect">
            <a:avLst/>
          </a:prstGeom>
          <a:noFill/>
          <a:ln>
            <a:noFill/>
          </a:ln>
        </p:spPr>
      </p:pic>
      <p:pic>
        <p:nvPicPr>
          <p:cNvPr id="192" name="Google Shape;192;p17"/>
          <p:cNvPicPr preferRelativeResize="0"/>
          <p:nvPr/>
        </p:nvPicPr>
        <p:blipFill rotWithShape="1">
          <a:blip r:embed="rId10">
            <a:alphaModFix/>
          </a:blip>
          <a:srcRect b="0" l="0" r="0" t="0"/>
          <a:stretch/>
        </p:blipFill>
        <p:spPr>
          <a:xfrm>
            <a:off x="7188200" y="5172075"/>
            <a:ext cx="82550" cy="82550"/>
          </a:xfrm>
          <a:prstGeom prst="rect">
            <a:avLst/>
          </a:prstGeom>
          <a:noFill/>
          <a:ln>
            <a:noFill/>
          </a:ln>
        </p:spPr>
      </p:pic>
      <p:pic>
        <p:nvPicPr>
          <p:cNvPr id="193" name="Google Shape;193;p17"/>
          <p:cNvPicPr preferRelativeResize="0"/>
          <p:nvPr/>
        </p:nvPicPr>
        <p:blipFill rotWithShape="1">
          <a:blip r:embed="rId10">
            <a:alphaModFix/>
          </a:blip>
          <a:srcRect b="0" l="0" r="0" t="0"/>
          <a:stretch/>
        </p:blipFill>
        <p:spPr>
          <a:xfrm>
            <a:off x="11417300" y="5032375"/>
            <a:ext cx="82550" cy="82550"/>
          </a:xfrm>
          <a:prstGeom prst="rect">
            <a:avLst/>
          </a:prstGeom>
          <a:noFill/>
          <a:ln>
            <a:noFill/>
          </a:ln>
        </p:spPr>
      </p:pic>
      <p:pic>
        <p:nvPicPr>
          <p:cNvPr id="194" name="Google Shape;194;p17"/>
          <p:cNvPicPr preferRelativeResize="0"/>
          <p:nvPr/>
        </p:nvPicPr>
        <p:blipFill rotWithShape="1">
          <a:blip r:embed="rId10">
            <a:alphaModFix/>
          </a:blip>
          <a:srcRect b="0" l="0" r="0" t="0"/>
          <a:stretch/>
        </p:blipFill>
        <p:spPr>
          <a:xfrm>
            <a:off x="11531600" y="2130425"/>
            <a:ext cx="82550" cy="82550"/>
          </a:xfrm>
          <a:prstGeom prst="rect">
            <a:avLst/>
          </a:prstGeom>
          <a:noFill/>
          <a:ln>
            <a:noFill/>
          </a:ln>
        </p:spPr>
      </p:pic>
      <p:pic>
        <p:nvPicPr>
          <p:cNvPr id="195" name="Google Shape;195;p17"/>
          <p:cNvPicPr preferRelativeResize="0"/>
          <p:nvPr/>
        </p:nvPicPr>
        <p:blipFill rotWithShape="1">
          <a:blip r:embed="rId11">
            <a:alphaModFix/>
          </a:blip>
          <a:srcRect b="0" l="0" r="0" t="0"/>
          <a:stretch/>
        </p:blipFill>
        <p:spPr>
          <a:xfrm>
            <a:off x="6851650" y="1901825"/>
            <a:ext cx="228600" cy="228600"/>
          </a:xfrm>
          <a:prstGeom prst="rect">
            <a:avLst/>
          </a:prstGeom>
          <a:noFill/>
          <a:ln>
            <a:noFill/>
          </a:ln>
        </p:spPr>
      </p:pic>
      <p:pic>
        <p:nvPicPr>
          <p:cNvPr id="196" name="Google Shape;196;p17"/>
          <p:cNvPicPr preferRelativeResize="0"/>
          <p:nvPr/>
        </p:nvPicPr>
        <p:blipFill rotWithShape="1">
          <a:blip r:embed="rId12">
            <a:alphaModFix/>
          </a:blip>
          <a:srcRect b="0" l="0" r="0" t="0"/>
          <a:stretch/>
        </p:blipFill>
        <p:spPr>
          <a:xfrm>
            <a:off x="11499850" y="4670425"/>
            <a:ext cx="317500" cy="317500"/>
          </a:xfrm>
          <a:prstGeom prst="rect">
            <a:avLst/>
          </a:prstGeom>
          <a:noFill/>
          <a:ln>
            <a:noFill/>
          </a:ln>
        </p:spPr>
      </p:pic>
      <p:pic>
        <p:nvPicPr>
          <p:cNvPr id="197" name="Google Shape;197;p17"/>
          <p:cNvPicPr preferRelativeResize="0"/>
          <p:nvPr/>
        </p:nvPicPr>
        <p:blipFill rotWithShape="1">
          <a:blip r:embed="rId13">
            <a:alphaModFix/>
          </a:blip>
          <a:srcRect b="0" l="0" r="0" t="0"/>
          <a:stretch/>
        </p:blipFill>
        <p:spPr>
          <a:xfrm>
            <a:off x="11696700" y="2200275"/>
            <a:ext cx="209550" cy="209550"/>
          </a:xfrm>
          <a:prstGeom prst="rect">
            <a:avLst/>
          </a:prstGeom>
          <a:noFill/>
          <a:ln>
            <a:noFill/>
          </a:ln>
        </p:spPr>
      </p:pic>
      <p:pic>
        <p:nvPicPr>
          <p:cNvPr id="198" name="Google Shape;198;p17"/>
          <p:cNvPicPr preferRelativeResize="0"/>
          <p:nvPr/>
        </p:nvPicPr>
        <p:blipFill rotWithShape="1">
          <a:blip r:embed="rId14">
            <a:alphaModFix/>
          </a:blip>
          <a:srcRect b="0" l="0" r="0" t="0"/>
          <a:stretch/>
        </p:blipFill>
        <p:spPr>
          <a:xfrm>
            <a:off x="6851650" y="5356225"/>
            <a:ext cx="241300" cy="241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6" r:id="rId15"/>
  </p:sldLayoutIdLst>
  <mc:AlternateContent>
    <mc:Choice Requires="p14">
      <p:transition p14:dur="250">
        <p:fade/>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2000"/>
                                        <p:tgtEl>
                                          <p:spTgt spid="183"/>
                                        </p:tgtEl>
                                      </p:cBhvr>
                                    </p:animEffect>
                                  </p:childTnLst>
                                </p:cTn>
                              </p:par>
                              <p:par>
                                <p:cTn fill="hold" nodeType="withEffect" presetClass="entr" presetID="2" presetSubtype="1">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500"/>
                                        <p:tgtEl>
                                          <p:spTgt spid="182"/>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50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500"/>
                                        <p:tgtEl>
                                          <p:spTgt spid="184"/>
                                        </p:tgtEl>
                                        <p:attrNameLst>
                                          <p:attrName>ppt_w</p:attrName>
                                        </p:attrNameLst>
                                      </p:cBhvr>
                                      <p:tavLst>
                                        <p:tav fmla="" tm="0">
                                          <p:val>
                                            <p:strVal val="0"/>
                                          </p:val>
                                        </p:tav>
                                        <p:tav fmla="" tm="100000">
                                          <p:val>
                                            <p:strVal val="#ppt_w"/>
                                          </p:val>
                                        </p:tav>
                                      </p:tavLst>
                                    </p:anim>
                                    <p:anim calcmode="lin" valueType="num">
                                      <p:cBhvr additive="base">
                                        <p:cTn dur="500"/>
                                        <p:tgtEl>
                                          <p:spTgt spid="18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0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150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200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par>
                                <p:cTn fill="hold" nodeType="withEffect" presetClass="entr" presetID="10" presetSubtype="0">
                                  <p:stCondLst>
                                    <p:cond delay="150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200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2000"/>
                                  </p:stCondLst>
                                  <p:childTnLst>
                                    <p:set>
                                      <p:cBhvr>
                                        <p:cTn dur="1" fill="hold">
                                          <p:stCondLst>
                                            <p:cond delay="0"/>
                                          </p:stCondLst>
                                        </p:cTn>
                                        <p:tgtEl>
                                          <p:spTgt spid="187"/>
                                        </p:tgtEl>
                                        <p:attrNameLst>
                                          <p:attrName>style.visibility</p:attrName>
                                        </p:attrNameLst>
                                      </p:cBhvr>
                                      <p:to>
                                        <p:strVal val="visible"/>
                                      </p:to>
                                    </p:set>
                                    <p:animEffect filter="fade" transition="in">
                                      <p:cBhvr>
                                        <p:cTn dur="2000"/>
                                        <p:tgtEl>
                                          <p:spTgt spid="187"/>
                                        </p:tgtEl>
                                      </p:cBhvr>
                                    </p:animEffect>
                                  </p:childTnLst>
                                </p:cTn>
                              </p:par>
                              <p:par>
                                <p:cTn fill="hold" nodeType="withEffect" presetClass="entr" presetID="10" presetSubtype="0">
                                  <p:stCondLst>
                                    <p:cond delay="150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100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150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par>
                                <p:cTn fill="hold" nodeType="withEffect" presetClass="entr" presetID="10" presetSubtype="0">
                                  <p:stCondLst>
                                    <p:cond delay="200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par>
                                <p:cTn fill="hold" nodeType="withEffect" presetClass="entr" presetID="10" presetSubtype="0">
                                  <p:stCondLst>
                                    <p:cond delay="250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200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100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100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657">
          <p15:clr>
            <a:srgbClr val="F26B43"/>
          </p15:clr>
        </p15:guide>
        <p15:guide id="2" pos="4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19"/>
          <p:cNvSpPr txBox="1"/>
          <p:nvPr>
            <p:ph type="ctrTitle"/>
          </p:nvPr>
        </p:nvSpPr>
        <p:spPr>
          <a:xfrm>
            <a:off x="576938" y="2950028"/>
            <a:ext cx="6141720" cy="894261"/>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353D"/>
              </a:buClr>
              <a:buSzPts val="5000"/>
              <a:buFont typeface="Calibri"/>
              <a:buNone/>
            </a:pPr>
            <a:r>
              <a:rPr lang="pt-BR"/>
              <a:t>Arquiteturas de Big Data para FCDs</a:t>
            </a:r>
            <a:endParaRPr/>
          </a:p>
          <a:p>
            <a:pPr indent="0" lvl="0" marL="0" rtl="0" algn="l">
              <a:lnSpc>
                <a:spcPct val="100000"/>
              </a:lnSpc>
              <a:spcBef>
                <a:spcPts val="0"/>
              </a:spcBef>
              <a:spcAft>
                <a:spcPts val="0"/>
              </a:spcAft>
              <a:buClr>
                <a:srgbClr val="00353D"/>
              </a:buClr>
              <a:buSzPts val="5000"/>
              <a:buFont typeface="Calibri"/>
              <a:buNone/>
            </a:pPr>
            <a:r>
              <a:t/>
            </a:r>
            <a:endParaRPr/>
          </a:p>
        </p:txBody>
      </p:sp>
      <p:sp>
        <p:nvSpPr>
          <p:cNvPr id="206" name="Google Shape;206;p19"/>
          <p:cNvSpPr txBox="1"/>
          <p:nvPr>
            <p:ph idx="1" type="subTitle"/>
          </p:nvPr>
        </p:nvSpPr>
        <p:spPr>
          <a:xfrm>
            <a:off x="561700" y="3752850"/>
            <a:ext cx="6499200" cy="536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A1B2"/>
              </a:buClr>
              <a:buSzPts val="2500"/>
              <a:buNone/>
            </a:pPr>
            <a:r>
              <a:rPr lang="pt-BR"/>
              <a:t>Pedro Kássio Ribeiro Matos Loureiro de Carvalho</a:t>
            </a:r>
            <a:endParaRPr/>
          </a:p>
        </p:txBody>
      </p:sp>
      <p:sp>
        <p:nvSpPr>
          <p:cNvPr id="207" name="Google Shape;207;p19"/>
          <p:cNvSpPr/>
          <p:nvPr/>
        </p:nvSpPr>
        <p:spPr>
          <a:xfrm>
            <a:off x="14095988" y="2133496"/>
            <a:ext cx="3580222" cy="1033988"/>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CAPA</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Google Shape;212;p20"/>
          <p:cNvSpPr txBox="1"/>
          <p:nvPr>
            <p:ph type="ctrTitle"/>
          </p:nvPr>
        </p:nvSpPr>
        <p:spPr>
          <a:xfrm>
            <a:off x="559520" y="2231636"/>
            <a:ext cx="5909310" cy="2387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353D"/>
              </a:buClr>
              <a:buSzPts val="5000"/>
              <a:buFont typeface="Calibri"/>
              <a:buNone/>
            </a:pPr>
            <a:r>
              <a:rPr lang="pt-BR"/>
              <a:t>Continuação da Ingestão de Dados</a:t>
            </a:r>
            <a:endParaRPr/>
          </a:p>
        </p:txBody>
      </p:sp>
      <p:sp>
        <p:nvSpPr>
          <p:cNvPr id="213" name="Google Shape;213;p20"/>
          <p:cNvSpPr/>
          <p:nvPr/>
        </p:nvSpPr>
        <p:spPr>
          <a:xfrm>
            <a:off x="14167420" y="1725837"/>
            <a:ext cx="4057842" cy="1732257"/>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SEPARAR CAPÍTULO/ TÓPICO</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21"/>
          <p:cNvSpPr txBox="1"/>
          <p:nvPr>
            <p:ph type="ctrTitle"/>
          </p:nvPr>
        </p:nvSpPr>
        <p:spPr>
          <a:xfrm>
            <a:off x="559520" y="2231636"/>
            <a:ext cx="5909400" cy="23877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353D"/>
              </a:buClr>
              <a:buSzPts val="5000"/>
              <a:buFont typeface="Calibri"/>
              <a:buNone/>
            </a:pPr>
            <a:r>
              <a:rPr lang="pt-BR"/>
              <a:t>Ferramentas para Ingestão de Dados</a:t>
            </a:r>
            <a:endParaRPr/>
          </a:p>
        </p:txBody>
      </p:sp>
      <p:sp>
        <p:nvSpPr>
          <p:cNvPr id="219" name="Google Shape;219;p21"/>
          <p:cNvSpPr/>
          <p:nvPr/>
        </p:nvSpPr>
        <p:spPr>
          <a:xfrm>
            <a:off x="14167420" y="1725837"/>
            <a:ext cx="4057800" cy="17322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SEPARAR CAPÍTULO/ TÓPICO</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22"/>
          <p:cNvSpPr txBox="1"/>
          <p:nvPr>
            <p:ph type="ctrTitle"/>
          </p:nvPr>
        </p:nvSpPr>
        <p:spPr>
          <a:xfrm>
            <a:off x="576943" y="0"/>
            <a:ext cx="10951482" cy="120831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353D"/>
              </a:buClr>
              <a:buSzPts val="5000"/>
              <a:buFont typeface="Calibri"/>
              <a:buNone/>
            </a:pPr>
            <a:r>
              <a:rPr lang="pt-BR"/>
              <a:t>Ferramentas para Coleta de Dados</a:t>
            </a:r>
            <a:endParaRPr/>
          </a:p>
        </p:txBody>
      </p:sp>
      <p:sp>
        <p:nvSpPr>
          <p:cNvPr id="225" name="Google Shape;225;p22"/>
          <p:cNvSpPr txBox="1"/>
          <p:nvPr>
            <p:ph idx="1" type="subTitle"/>
          </p:nvPr>
        </p:nvSpPr>
        <p:spPr>
          <a:xfrm>
            <a:off x="544282" y="1524000"/>
            <a:ext cx="9144000" cy="4724400"/>
          </a:xfrm>
          <a:prstGeom prst="rect">
            <a:avLst/>
          </a:prstGeom>
          <a:noFill/>
          <a:ln>
            <a:noFill/>
          </a:ln>
        </p:spPr>
        <p:txBody>
          <a:bodyPr anchorCtr="0" anchor="ctr" bIns="45700" lIns="91425" spcFirstLastPara="1" rIns="91425" wrap="square" tIns="45700">
            <a:noAutofit/>
          </a:bodyPr>
          <a:lstStyle/>
          <a:p>
            <a:pPr indent="-142875" lvl="0" marL="358775" marR="0" rtl="0" algn="l">
              <a:lnSpc>
                <a:spcPct val="100000"/>
              </a:lnSpc>
              <a:spcBef>
                <a:spcPts val="0"/>
              </a:spcBef>
              <a:spcAft>
                <a:spcPts val="0"/>
              </a:spcAft>
              <a:buClr>
                <a:srgbClr val="00A1B2"/>
              </a:buClr>
              <a:buSzPts val="3400"/>
              <a:buFont typeface="Noto Sans Symbols"/>
              <a:buNone/>
            </a:pPr>
            <a:r>
              <a:rPr lang="pt-BR"/>
              <a:t>Kafka (ferramenta de mensageria):</a:t>
            </a:r>
            <a:endParaRPr/>
          </a:p>
          <a:p>
            <a:pPr indent="-142875" lvl="0" marL="358775" marR="0" rtl="0" algn="l">
              <a:lnSpc>
                <a:spcPct val="100000"/>
              </a:lnSpc>
              <a:spcBef>
                <a:spcPts val="0"/>
              </a:spcBef>
              <a:spcAft>
                <a:spcPts val="0"/>
              </a:spcAft>
              <a:buClr>
                <a:srgbClr val="00A1B2"/>
              </a:buClr>
              <a:buSzPts val="3400"/>
              <a:buFont typeface="Noto Sans Symbols"/>
              <a:buNone/>
            </a:pPr>
            <a:r>
              <a:t/>
            </a:r>
            <a:endParaRPr/>
          </a:p>
          <a:p>
            <a:pPr indent="-142875" lvl="0" marL="1273175" marR="0" rtl="0" algn="l">
              <a:lnSpc>
                <a:spcPct val="100000"/>
              </a:lnSpc>
              <a:spcBef>
                <a:spcPts val="0"/>
              </a:spcBef>
              <a:spcAft>
                <a:spcPts val="0"/>
              </a:spcAft>
              <a:buClr>
                <a:srgbClr val="00A1B2"/>
              </a:buClr>
              <a:buSzPts val="3400"/>
              <a:buFont typeface="Noto Sans Symbols"/>
              <a:buNone/>
            </a:pPr>
            <a:r>
              <a:rPr lang="pt-BR" sz="1800"/>
              <a:t>Apache Kafka é uma plataforma distribuída de mensagens e streaming</a:t>
            </a:r>
            <a:endParaRPr sz="1800"/>
          </a:p>
          <a:p>
            <a:pPr indent="-142875" lvl="0" marL="1273175" marR="0" rtl="0" algn="l">
              <a:lnSpc>
                <a:spcPct val="100000"/>
              </a:lnSpc>
              <a:spcBef>
                <a:spcPts val="0"/>
              </a:spcBef>
              <a:spcAft>
                <a:spcPts val="0"/>
              </a:spcAft>
              <a:buClr>
                <a:srgbClr val="00A1B2"/>
              </a:buClr>
              <a:buSzPts val="3400"/>
              <a:buFont typeface="Noto Sans Symbols"/>
              <a:buNone/>
            </a:pPr>
            <a:r>
              <a:t/>
            </a:r>
            <a:endParaRPr/>
          </a:p>
          <a:p>
            <a:pPr indent="-142875" lvl="0" marL="1273175" marR="0" rtl="0" algn="l">
              <a:lnSpc>
                <a:spcPct val="100000"/>
              </a:lnSpc>
              <a:spcBef>
                <a:spcPts val="0"/>
              </a:spcBef>
              <a:spcAft>
                <a:spcPts val="0"/>
              </a:spcAft>
              <a:buClr>
                <a:srgbClr val="00A1B2"/>
              </a:buClr>
              <a:buSzPts val="3400"/>
              <a:buFont typeface="Noto Sans Symbols"/>
              <a:buNone/>
            </a:pPr>
            <a:r>
              <a:t/>
            </a:r>
            <a:endParaRPr/>
          </a:p>
          <a:p>
            <a:pPr indent="-142875" lvl="0" marL="1273175" marR="0" rtl="0" algn="l">
              <a:lnSpc>
                <a:spcPct val="100000"/>
              </a:lnSpc>
              <a:spcBef>
                <a:spcPts val="0"/>
              </a:spcBef>
              <a:spcAft>
                <a:spcPts val="0"/>
              </a:spcAft>
              <a:buClr>
                <a:srgbClr val="00A1B2"/>
              </a:buClr>
              <a:buSzPts val="3400"/>
              <a:buFont typeface="Noto Sans Symbols"/>
              <a:buNone/>
            </a:pPr>
            <a:r>
              <a:t/>
            </a:r>
            <a:endParaRPr/>
          </a:p>
          <a:p>
            <a:pPr indent="-142875" lvl="0" marL="1273175" marR="0" rtl="0" algn="l">
              <a:lnSpc>
                <a:spcPct val="100000"/>
              </a:lnSpc>
              <a:spcBef>
                <a:spcPts val="0"/>
              </a:spcBef>
              <a:spcAft>
                <a:spcPts val="0"/>
              </a:spcAft>
              <a:buClr>
                <a:srgbClr val="00A1B2"/>
              </a:buClr>
              <a:buSzPts val="3400"/>
              <a:buFont typeface="Noto Sans Symbols"/>
              <a:buNone/>
            </a:pPr>
            <a:r>
              <a:t/>
            </a:r>
            <a:endParaRPr/>
          </a:p>
          <a:p>
            <a:pPr indent="-142875" lvl="0" marL="1273175" marR="0" rtl="0" algn="l">
              <a:lnSpc>
                <a:spcPct val="100000"/>
              </a:lnSpc>
              <a:spcBef>
                <a:spcPts val="0"/>
              </a:spcBef>
              <a:spcAft>
                <a:spcPts val="0"/>
              </a:spcAft>
              <a:buClr>
                <a:srgbClr val="00A1B2"/>
              </a:buClr>
              <a:buSzPts val="3400"/>
              <a:buFont typeface="Noto Sans Symbols"/>
              <a:buNone/>
            </a:pPr>
            <a:br>
              <a:rPr lang="pt-BR"/>
            </a:br>
            <a:endParaRPr/>
          </a:p>
        </p:txBody>
      </p:sp>
      <p:sp>
        <p:nvSpPr>
          <p:cNvPr id="226" name="Google Shape;226;p22"/>
          <p:cNvSpPr/>
          <p:nvPr/>
        </p:nvSpPr>
        <p:spPr>
          <a:xfrm>
            <a:off x="14167420" y="1725837"/>
            <a:ext cx="4057842" cy="1732257"/>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TÓPICOS</a:t>
            </a:r>
            <a:endParaRPr/>
          </a:p>
        </p:txBody>
      </p:sp>
      <p:sp>
        <p:nvSpPr>
          <p:cNvPr id="227" name="Google Shape;227;p22"/>
          <p:cNvSpPr/>
          <p:nvPr/>
        </p:nvSpPr>
        <p:spPr>
          <a:xfrm>
            <a:off x="5614725" y="4970987"/>
            <a:ext cx="571500" cy="890700"/>
          </a:xfrm>
          <a:prstGeom prst="curvedRightArrow">
            <a:avLst>
              <a:gd fmla="val 14674" name="adj1"/>
              <a:gd fmla="val 19869" name="adj2"/>
              <a:gd fmla="val 16200" name="adj3"/>
            </a:avLst>
          </a:prstGeom>
          <a:solidFill>
            <a:srgbClr val="BBE0E3"/>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28" name="Google Shape;228;p22"/>
          <p:cNvSpPr/>
          <p:nvPr/>
        </p:nvSpPr>
        <p:spPr>
          <a:xfrm>
            <a:off x="2944549" y="4121675"/>
            <a:ext cx="571500" cy="892200"/>
          </a:xfrm>
          <a:prstGeom prst="curvedRightArrow">
            <a:avLst>
              <a:gd fmla="val 14674" name="adj1"/>
              <a:gd fmla="val 19869" name="adj2"/>
              <a:gd fmla="val 16200" name="adj3"/>
            </a:avLst>
          </a:prstGeom>
          <a:solidFill>
            <a:srgbClr val="BBE0E3"/>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29" name="Google Shape;229;p22"/>
          <p:cNvSpPr/>
          <p:nvPr/>
        </p:nvSpPr>
        <p:spPr>
          <a:xfrm>
            <a:off x="950650" y="3458100"/>
            <a:ext cx="3095700" cy="936600"/>
          </a:xfrm>
          <a:prstGeom prst="ellipse">
            <a:avLst/>
          </a:prstGeom>
          <a:solidFill>
            <a:srgbClr val="BBE0E3"/>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a:solidFill>
                  <a:srgbClr val="000000"/>
                </a:solidFill>
                <a:latin typeface="Arial"/>
                <a:ea typeface="Arial"/>
                <a:cs typeface="Arial"/>
                <a:sym typeface="Arial"/>
              </a:rPr>
              <a:t>Você produz uma mensagem</a:t>
            </a:r>
            <a:endParaRPr/>
          </a:p>
        </p:txBody>
      </p:sp>
      <p:sp>
        <p:nvSpPr>
          <p:cNvPr id="230" name="Google Shape;230;p22"/>
          <p:cNvSpPr/>
          <p:nvPr/>
        </p:nvSpPr>
        <p:spPr>
          <a:xfrm>
            <a:off x="3516049" y="4318525"/>
            <a:ext cx="3097200" cy="935100"/>
          </a:xfrm>
          <a:prstGeom prst="ellipse">
            <a:avLst/>
          </a:prstGeom>
          <a:solidFill>
            <a:srgbClr val="BBE0E3"/>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a:solidFill>
                  <a:srgbClr val="000000"/>
                </a:solidFill>
                <a:latin typeface="Arial"/>
                <a:ea typeface="Arial"/>
                <a:cs typeface="Arial"/>
                <a:sym typeface="Arial"/>
              </a:rPr>
              <a:t>Essa mensagem é anexada em um tópico</a:t>
            </a:r>
            <a:endParaRPr/>
          </a:p>
        </p:txBody>
      </p:sp>
      <p:sp>
        <p:nvSpPr>
          <p:cNvPr id="231" name="Google Shape;231;p22"/>
          <p:cNvSpPr/>
          <p:nvPr/>
        </p:nvSpPr>
        <p:spPr>
          <a:xfrm>
            <a:off x="6186225" y="5224987"/>
            <a:ext cx="3095700" cy="936600"/>
          </a:xfrm>
          <a:prstGeom prst="ellipse">
            <a:avLst/>
          </a:prstGeom>
          <a:solidFill>
            <a:srgbClr val="BBE0E3"/>
          </a:solidFill>
          <a:ln cap="flat" cmpd="sng" w="25400">
            <a:solidFill>
              <a:srgbClr val="89A4A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pt-BR" sz="1800" u="none">
                <a:solidFill>
                  <a:srgbClr val="000000"/>
                </a:solidFill>
                <a:latin typeface="Arial"/>
                <a:ea typeface="Arial"/>
                <a:cs typeface="Arial"/>
                <a:sym typeface="Arial"/>
              </a:rPr>
              <a:t>Você então consome essa mensagem</a:t>
            </a:r>
            <a:endParaRPr/>
          </a:p>
        </p:txBody>
      </p:sp>
      <p:pic>
        <p:nvPicPr>
          <p:cNvPr descr="Resultado de imagem para apache kafka" id="232" name="Google Shape;232;p22"/>
          <p:cNvPicPr preferRelativeResize="0"/>
          <p:nvPr/>
        </p:nvPicPr>
        <p:blipFill rotWithShape="1">
          <a:blip r:embed="rId3">
            <a:alphaModFix/>
          </a:blip>
          <a:srcRect b="0" l="0" r="0" t="0"/>
          <a:stretch/>
        </p:blipFill>
        <p:spPr>
          <a:xfrm>
            <a:off x="552450" y="4957762"/>
            <a:ext cx="1773237" cy="1773237"/>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23"/>
          <p:cNvSpPr txBox="1"/>
          <p:nvPr>
            <p:ph type="ctrTitle"/>
          </p:nvPr>
        </p:nvSpPr>
        <p:spPr>
          <a:xfrm>
            <a:off x="568230" y="0"/>
            <a:ext cx="10012684" cy="119742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353D"/>
              </a:buClr>
              <a:buSzPts val="5000"/>
              <a:buFont typeface="Calibri"/>
              <a:buNone/>
            </a:pPr>
            <a:r>
              <a:rPr lang="pt-BR"/>
              <a:t>Ferramentas para Coleta de Dados</a:t>
            </a:r>
            <a:endParaRPr/>
          </a:p>
        </p:txBody>
      </p:sp>
      <p:sp>
        <p:nvSpPr>
          <p:cNvPr id="238" name="Google Shape;238;p23"/>
          <p:cNvSpPr txBox="1"/>
          <p:nvPr>
            <p:ph idx="1" type="subTitle"/>
          </p:nvPr>
        </p:nvSpPr>
        <p:spPr>
          <a:xfrm>
            <a:off x="576940" y="1524000"/>
            <a:ext cx="9144000" cy="472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A1B2"/>
              </a:buClr>
              <a:buSzPts val="3400"/>
              <a:buFont typeface="Noto Sans Symbols"/>
              <a:buNone/>
            </a:pPr>
            <a:r>
              <a:rPr lang="pt-BR" sz="2400"/>
              <a:t>É muito utilizado em arquiteturas de Big Data para armazenar temporariamente os dados obtidos por um agente do Apache Flume em um tópico, para que posteriormente uma ferramenta de processamento de dados via streaming possa consumir esse tópico e tratar o dado.</a:t>
            </a:r>
            <a:br>
              <a:rPr lang="pt-BR" sz="2400"/>
            </a:br>
            <a:br>
              <a:rPr lang="pt-BR" sz="2400"/>
            </a:br>
            <a:r>
              <a:rPr lang="pt-BR" sz="2400"/>
              <a:t>Essa utilização do Flume em conjunto com o Kafka também é chamada de Flafka por alguns especialistas</a:t>
            </a:r>
            <a:br>
              <a:rPr lang="pt-BR" sz="2400"/>
            </a:br>
            <a:br>
              <a:rPr lang="pt-BR" sz="2400"/>
            </a:br>
            <a:r>
              <a:rPr lang="pt-BR" sz="2400"/>
              <a:t>Feito o envio, o dado poderá ser esquecido e com o tempo será sobrescrito ou apagado do tópico</a:t>
            </a:r>
            <a:br>
              <a:rPr lang="pt-BR" sz="2400"/>
            </a:br>
            <a:endParaRPr sz="2400"/>
          </a:p>
        </p:txBody>
      </p:sp>
      <p:sp>
        <p:nvSpPr>
          <p:cNvPr id="239" name="Google Shape;239;p23"/>
          <p:cNvSpPr/>
          <p:nvPr/>
        </p:nvSpPr>
        <p:spPr>
          <a:xfrm>
            <a:off x="14889194" y="1652109"/>
            <a:ext cx="5469146" cy="157417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TEXTO CORRIDO</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NÃO É ACONSELHÁVEL COLOCAR</a:t>
            </a:r>
            <a:br>
              <a:rPr b="1" i="0" lang="pt-BR" sz="1800" u="none" cap="none" strike="noStrike">
                <a:solidFill>
                  <a:srgbClr val="0C0C0C"/>
                </a:solidFill>
                <a:latin typeface="Calibri"/>
                <a:ea typeface="Calibri"/>
                <a:cs typeface="Calibri"/>
                <a:sym typeface="Calibri"/>
              </a:rPr>
            </a:br>
            <a:r>
              <a:rPr b="1" i="0" lang="pt-BR" sz="1800" u="none" cap="none" strike="noStrike">
                <a:solidFill>
                  <a:srgbClr val="0C0C0C"/>
                </a:solidFill>
                <a:latin typeface="Calibri"/>
                <a:ea typeface="Calibri"/>
                <a:cs typeface="Calibri"/>
                <a:sym typeface="Calibri"/>
              </a:rPr>
              <a:t>MUITO TEXTO NOS SLIDES</a:t>
            </a:r>
            <a:endParaRPr/>
          </a:p>
        </p:txBody>
      </p:sp>
      <p:pic>
        <p:nvPicPr>
          <p:cNvPr descr="Resultado de imagem para apache kafka" id="240" name="Google Shape;240;p23"/>
          <p:cNvPicPr preferRelativeResize="0"/>
          <p:nvPr/>
        </p:nvPicPr>
        <p:blipFill rotWithShape="1">
          <a:blip r:embed="rId3">
            <a:alphaModFix/>
          </a:blip>
          <a:srcRect b="0" l="0" r="0" t="0"/>
          <a:stretch/>
        </p:blipFill>
        <p:spPr>
          <a:xfrm>
            <a:off x="9720950" y="1147312"/>
            <a:ext cx="1447800" cy="1447800"/>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24"/>
          <p:cNvSpPr txBox="1"/>
          <p:nvPr>
            <p:ph idx="1" type="subTitle"/>
          </p:nvPr>
        </p:nvSpPr>
        <p:spPr>
          <a:xfrm>
            <a:off x="1371601" y="6149320"/>
            <a:ext cx="9481500" cy="512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7F7F7F"/>
              </a:buClr>
              <a:buSzPts val="1800"/>
              <a:buNone/>
            </a:pPr>
            <a:r>
              <a:rPr lang="pt-BR"/>
              <a:t>Fonte: Documentação do Apache Kafka</a:t>
            </a:r>
            <a:endParaRPr/>
          </a:p>
        </p:txBody>
      </p:sp>
      <p:sp>
        <p:nvSpPr>
          <p:cNvPr id="246" name="Google Shape;246;p24"/>
          <p:cNvSpPr txBox="1"/>
          <p:nvPr>
            <p:ph type="ctrTitle"/>
          </p:nvPr>
        </p:nvSpPr>
        <p:spPr>
          <a:xfrm>
            <a:off x="1371599" y="1"/>
            <a:ext cx="9481500" cy="1208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353D"/>
              </a:buClr>
              <a:buSzPts val="5000"/>
              <a:buFont typeface="Calibri"/>
              <a:buNone/>
            </a:pPr>
            <a:r>
              <a:rPr lang="pt-BR"/>
              <a:t>Funcionamento Básico do Kafka</a:t>
            </a:r>
            <a:endParaRPr/>
          </a:p>
        </p:txBody>
      </p:sp>
      <p:sp>
        <p:nvSpPr>
          <p:cNvPr id="247" name="Google Shape;247;p24"/>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IMAGENS</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FOTO CENTRALIZADA</a:t>
            </a:r>
            <a:endParaRPr/>
          </a:p>
        </p:txBody>
      </p:sp>
      <p:pic>
        <p:nvPicPr>
          <p:cNvPr descr="https://cdn-images-1.medium.com/max/1800/1*q2jYvDNJMS72HgWsOG1f8g.png" id="248" name="Google Shape;248;p24"/>
          <p:cNvPicPr preferRelativeResize="0"/>
          <p:nvPr/>
        </p:nvPicPr>
        <p:blipFill rotWithShape="1">
          <a:blip r:embed="rId3">
            <a:alphaModFix/>
          </a:blip>
          <a:srcRect b="0" l="0" r="0" t="0"/>
          <a:stretch/>
        </p:blipFill>
        <p:spPr>
          <a:xfrm>
            <a:off x="2027673" y="1208398"/>
            <a:ext cx="8169345" cy="4597101"/>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Google Shape;253;p25"/>
          <p:cNvSpPr txBox="1"/>
          <p:nvPr>
            <p:ph type="ctrTitle"/>
          </p:nvPr>
        </p:nvSpPr>
        <p:spPr>
          <a:xfrm>
            <a:off x="568229" y="-1"/>
            <a:ext cx="10960195" cy="119742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353D"/>
              </a:buClr>
              <a:buSzPts val="5000"/>
              <a:buFont typeface="Calibri"/>
              <a:buNone/>
            </a:pPr>
            <a:r>
              <a:rPr lang="pt-BR"/>
              <a:t>O caso do Linkedin</a:t>
            </a:r>
            <a:endParaRPr/>
          </a:p>
        </p:txBody>
      </p:sp>
      <p:sp>
        <p:nvSpPr>
          <p:cNvPr id="254" name="Google Shape;254;p25"/>
          <p:cNvSpPr txBox="1"/>
          <p:nvPr>
            <p:ph idx="1" type="subTitle"/>
          </p:nvPr>
        </p:nvSpPr>
        <p:spPr>
          <a:xfrm>
            <a:off x="576939" y="1447799"/>
            <a:ext cx="9448803" cy="4528457"/>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28E9B"/>
              </a:buClr>
              <a:buSzPts val="3500"/>
              <a:buFont typeface="Noto Sans Symbols"/>
              <a:buNone/>
            </a:pPr>
            <a:r>
              <a:rPr lang="pt-BR"/>
              <a:t>Linkedin tinha um grande problema de comunicação entre suas diversas plataformas</a:t>
            </a:r>
            <a:endParaRPr/>
          </a:p>
          <a:p>
            <a:pPr indent="0" lvl="0" marL="0" marR="0" rtl="0" algn="just">
              <a:lnSpc>
                <a:spcPct val="100000"/>
              </a:lnSpc>
              <a:spcBef>
                <a:spcPts val="0"/>
              </a:spcBef>
              <a:spcAft>
                <a:spcPts val="0"/>
              </a:spcAft>
              <a:buClr>
                <a:srgbClr val="028E9B"/>
              </a:buClr>
              <a:buSzPts val="3500"/>
              <a:buFont typeface="Noto Sans Symbols"/>
              <a:buNone/>
            </a:pPr>
            <a:r>
              <a:t/>
            </a:r>
            <a:endParaRPr/>
          </a:p>
          <a:p>
            <a:pPr indent="0" lvl="0" marL="0" marR="0" rtl="0" algn="just">
              <a:lnSpc>
                <a:spcPct val="100000"/>
              </a:lnSpc>
              <a:spcBef>
                <a:spcPts val="0"/>
              </a:spcBef>
              <a:spcAft>
                <a:spcPts val="0"/>
              </a:spcAft>
              <a:buClr>
                <a:srgbClr val="028E9B"/>
              </a:buClr>
              <a:buSzPts val="3500"/>
              <a:buFont typeface="Noto Sans Symbols"/>
              <a:buNone/>
            </a:pPr>
            <a:r>
              <a:rPr lang="pt-BR"/>
              <a:t>Vários serviços da empresa </a:t>
            </a:r>
            <a:r>
              <a:rPr lang="pt-BR"/>
              <a:t>possuíam</a:t>
            </a:r>
            <a:r>
              <a:rPr lang="pt-BR"/>
              <a:t> pipelines diferentes e precisavam comunicar entre si</a:t>
            </a:r>
            <a:br>
              <a:rPr lang="pt-BR"/>
            </a:br>
            <a:br>
              <a:rPr lang="pt-BR"/>
            </a:br>
            <a:endParaRPr/>
          </a:p>
        </p:txBody>
      </p:sp>
      <p:sp>
        <p:nvSpPr>
          <p:cNvPr id="255" name="Google Shape;255;p25"/>
          <p:cNvSpPr/>
          <p:nvPr/>
        </p:nvSpPr>
        <p:spPr>
          <a:xfrm>
            <a:off x="14889194" y="1652109"/>
            <a:ext cx="5469146" cy="157417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TEXTO CORRIDO</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NÃO É ACONSELHÁVEL COLOCAR</a:t>
            </a:r>
            <a:br>
              <a:rPr b="1" i="0" lang="pt-BR" sz="1800" u="none" cap="none" strike="noStrike">
                <a:solidFill>
                  <a:srgbClr val="0C0C0C"/>
                </a:solidFill>
                <a:latin typeface="Calibri"/>
                <a:ea typeface="Calibri"/>
                <a:cs typeface="Calibri"/>
                <a:sym typeface="Calibri"/>
              </a:rPr>
            </a:br>
            <a:r>
              <a:rPr b="1" i="0" lang="pt-BR" sz="1800" u="none" cap="none" strike="noStrike">
                <a:solidFill>
                  <a:srgbClr val="0C0C0C"/>
                </a:solidFill>
                <a:latin typeface="Calibri"/>
                <a:ea typeface="Calibri"/>
                <a:cs typeface="Calibri"/>
                <a:sym typeface="Calibri"/>
              </a:rPr>
              <a:t>MUITO TEXTO NOS SLIDES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Google Shape;260;p26"/>
          <p:cNvSpPr txBox="1"/>
          <p:nvPr>
            <p:ph type="ctrTitle"/>
          </p:nvPr>
        </p:nvSpPr>
        <p:spPr>
          <a:xfrm>
            <a:off x="568229" y="-1"/>
            <a:ext cx="10960200" cy="1197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353D"/>
              </a:buClr>
              <a:buSzPts val="5000"/>
              <a:buFont typeface="Calibri"/>
              <a:buNone/>
            </a:pPr>
            <a:r>
              <a:rPr lang="pt-BR"/>
              <a:t>O caso do Linkedin</a:t>
            </a:r>
            <a:endParaRPr/>
          </a:p>
        </p:txBody>
      </p:sp>
      <p:sp>
        <p:nvSpPr>
          <p:cNvPr id="261" name="Google Shape;261;p26"/>
          <p:cNvSpPr txBox="1"/>
          <p:nvPr>
            <p:ph idx="1" type="subTitle"/>
          </p:nvPr>
        </p:nvSpPr>
        <p:spPr>
          <a:xfrm>
            <a:off x="576939" y="1447799"/>
            <a:ext cx="9448800" cy="45285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28E9B"/>
              </a:buClr>
              <a:buSzPts val="3500"/>
              <a:buFont typeface="Noto Sans Symbols"/>
              <a:buNone/>
            </a:pPr>
            <a:r>
              <a:rPr lang="pt-BR"/>
              <a:t>Para solucionar o problema eles criaram uma ferramenta para tratamento de mensagens, genérica, que conseguia manter dados de diversas plataformas diferentes para serem consumidos por outras</a:t>
            </a:r>
            <a:br>
              <a:rPr lang="pt-BR"/>
            </a:br>
            <a:endParaRPr/>
          </a:p>
        </p:txBody>
      </p:sp>
      <p:sp>
        <p:nvSpPr>
          <p:cNvPr id="262" name="Google Shape;262;p26"/>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TEXTO CORRIDO</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NÃO É ACONSELHÁVEL COLOCAR</a:t>
            </a:r>
            <a:br>
              <a:rPr b="1" i="0" lang="pt-BR" sz="1800" u="none" cap="none" strike="noStrike">
                <a:solidFill>
                  <a:srgbClr val="0C0C0C"/>
                </a:solidFill>
                <a:latin typeface="Calibri"/>
                <a:ea typeface="Calibri"/>
                <a:cs typeface="Calibri"/>
                <a:sym typeface="Calibri"/>
              </a:rPr>
            </a:br>
            <a:r>
              <a:rPr b="1" i="0" lang="pt-BR" sz="1800" u="none" cap="none" strike="noStrike">
                <a:solidFill>
                  <a:srgbClr val="0C0C0C"/>
                </a:solidFill>
                <a:latin typeface="Calibri"/>
                <a:ea typeface="Calibri"/>
                <a:cs typeface="Calibri"/>
                <a:sym typeface="Calibri"/>
              </a:rPr>
              <a:t>MUITO TEXTO NOS SLIDES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27"/>
          <p:cNvSpPr txBox="1"/>
          <p:nvPr>
            <p:ph type="ctrTitle"/>
          </p:nvPr>
        </p:nvSpPr>
        <p:spPr>
          <a:xfrm>
            <a:off x="568229" y="-1"/>
            <a:ext cx="10960200" cy="1197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353D"/>
              </a:buClr>
              <a:buSzPts val="5000"/>
              <a:buFont typeface="Calibri"/>
              <a:buNone/>
            </a:pPr>
            <a:r>
              <a:rPr lang="pt-BR"/>
              <a:t>O caso do Linkedin</a:t>
            </a:r>
            <a:endParaRPr/>
          </a:p>
        </p:txBody>
      </p:sp>
      <p:sp>
        <p:nvSpPr>
          <p:cNvPr id="268" name="Google Shape;268;p27"/>
          <p:cNvSpPr txBox="1"/>
          <p:nvPr>
            <p:ph idx="1" type="subTitle"/>
          </p:nvPr>
        </p:nvSpPr>
        <p:spPr>
          <a:xfrm>
            <a:off x="576939" y="1447799"/>
            <a:ext cx="9448800" cy="45285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28E9B"/>
              </a:buClr>
              <a:buSzPts val="3500"/>
              <a:buFont typeface="Noto Sans Symbols"/>
              <a:buNone/>
            </a:pPr>
            <a:r>
              <a:rPr lang="pt-BR"/>
              <a:t>Assim nasceu o Kafka, unificando todos os pipelines do linkedin em uma mesma ferramenta</a:t>
            </a:r>
            <a:br>
              <a:rPr lang="pt-BR"/>
            </a:br>
            <a:br>
              <a:rPr lang="pt-BR"/>
            </a:br>
            <a:r>
              <a:rPr lang="pt-BR"/>
              <a:t>Todos os serviços passaram a se comunicar por mensagens em tópicos do Kafka</a:t>
            </a:r>
            <a:br>
              <a:rPr lang="pt-BR"/>
            </a:br>
            <a:endParaRPr/>
          </a:p>
        </p:txBody>
      </p:sp>
      <p:sp>
        <p:nvSpPr>
          <p:cNvPr id="269" name="Google Shape;269;p27"/>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TEXTO CORRIDO</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NÃO É ACONSELHÁVEL COLOCAR</a:t>
            </a:r>
            <a:br>
              <a:rPr b="1" i="0" lang="pt-BR" sz="1800" u="none" cap="none" strike="noStrike">
                <a:solidFill>
                  <a:srgbClr val="0C0C0C"/>
                </a:solidFill>
                <a:latin typeface="Calibri"/>
                <a:ea typeface="Calibri"/>
                <a:cs typeface="Calibri"/>
                <a:sym typeface="Calibri"/>
              </a:rPr>
            </a:br>
            <a:r>
              <a:rPr b="1" i="0" lang="pt-BR" sz="1800" u="none" cap="none" strike="noStrike">
                <a:solidFill>
                  <a:srgbClr val="0C0C0C"/>
                </a:solidFill>
                <a:latin typeface="Calibri"/>
                <a:ea typeface="Calibri"/>
                <a:cs typeface="Calibri"/>
                <a:sym typeface="Calibri"/>
              </a:rPr>
              <a:t>MUITO TEXTO NOS SLIDES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3" name="Shape 273"/>
        <p:cNvGrpSpPr/>
        <p:nvPr/>
      </p:nvGrpSpPr>
      <p:grpSpPr>
        <a:xfrm>
          <a:off x="0" y="0"/>
          <a:ext cx="0" cy="0"/>
          <a:chOff x="0" y="0"/>
          <a:chExt cx="0" cy="0"/>
        </a:xfrm>
      </p:grpSpPr>
      <p:sp>
        <p:nvSpPr>
          <p:cNvPr id="274" name="Google Shape;274;p28"/>
          <p:cNvSpPr txBox="1"/>
          <p:nvPr>
            <p:ph idx="1" type="subTitle"/>
          </p:nvPr>
        </p:nvSpPr>
        <p:spPr>
          <a:xfrm>
            <a:off x="1371601" y="6149320"/>
            <a:ext cx="9481500" cy="512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7F7F7F"/>
              </a:buClr>
              <a:buSzPts val="1800"/>
              <a:buNone/>
            </a:pPr>
            <a:r>
              <a:rPr lang="pt-BR"/>
              <a:t>Fonte: Estudo de Caso do Linkedin</a:t>
            </a:r>
            <a:endParaRPr/>
          </a:p>
        </p:txBody>
      </p:sp>
      <p:sp>
        <p:nvSpPr>
          <p:cNvPr id="275" name="Google Shape;275;p28"/>
          <p:cNvSpPr txBox="1"/>
          <p:nvPr>
            <p:ph type="ctrTitle"/>
          </p:nvPr>
        </p:nvSpPr>
        <p:spPr>
          <a:xfrm>
            <a:off x="1371599" y="1"/>
            <a:ext cx="9481500" cy="1208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00353D"/>
              </a:buClr>
              <a:buSzPts val="5000"/>
              <a:buFont typeface="Calibri"/>
              <a:buNone/>
            </a:pPr>
            <a:r>
              <a:rPr lang="pt-BR"/>
              <a:t>Caso do Linkedin</a:t>
            </a:r>
            <a:endParaRPr/>
          </a:p>
        </p:txBody>
      </p:sp>
      <p:sp>
        <p:nvSpPr>
          <p:cNvPr id="276" name="Google Shape;276;p28"/>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IMAGENS</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FOTO CENTRALIZADA</a:t>
            </a:r>
            <a:endParaRPr/>
          </a:p>
        </p:txBody>
      </p:sp>
      <p:pic>
        <p:nvPicPr>
          <p:cNvPr descr="Resultado de imagem para linkedin kafka" id="277" name="Google Shape;277;p28"/>
          <p:cNvPicPr preferRelativeResize="0"/>
          <p:nvPr/>
        </p:nvPicPr>
        <p:blipFill rotWithShape="1">
          <a:blip r:embed="rId3">
            <a:alphaModFix/>
          </a:blip>
          <a:srcRect b="0" l="0" r="0" t="0"/>
          <a:stretch/>
        </p:blipFill>
        <p:spPr>
          <a:xfrm>
            <a:off x="1798712" y="1950287"/>
            <a:ext cx="8594585" cy="2957437"/>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1" name="Shape 281"/>
        <p:cNvGrpSpPr/>
        <p:nvPr/>
      </p:nvGrpSpPr>
      <p:grpSpPr>
        <a:xfrm>
          <a:off x="0" y="0"/>
          <a:ext cx="0" cy="0"/>
          <a:chOff x="0" y="0"/>
          <a:chExt cx="0" cy="0"/>
        </a:xfrm>
      </p:grpSpPr>
      <p:sp>
        <p:nvSpPr>
          <p:cNvPr id="282" name="Google Shape;282;p29"/>
          <p:cNvSpPr txBox="1"/>
          <p:nvPr>
            <p:ph idx="1" type="subTitle"/>
          </p:nvPr>
        </p:nvSpPr>
        <p:spPr>
          <a:xfrm>
            <a:off x="1371601" y="6149320"/>
            <a:ext cx="9481500" cy="512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7F7F7F"/>
              </a:buClr>
              <a:buSzPts val="1800"/>
              <a:buNone/>
            </a:pPr>
            <a:r>
              <a:rPr lang="pt-BR"/>
              <a:t>Fonte: Estudo de Caso do Linkedin</a:t>
            </a:r>
            <a:endParaRPr/>
          </a:p>
        </p:txBody>
      </p:sp>
      <p:sp>
        <p:nvSpPr>
          <p:cNvPr id="283" name="Google Shape;283;p29"/>
          <p:cNvSpPr txBox="1"/>
          <p:nvPr>
            <p:ph type="ctrTitle"/>
          </p:nvPr>
        </p:nvSpPr>
        <p:spPr>
          <a:xfrm>
            <a:off x="1371599" y="1"/>
            <a:ext cx="9481500" cy="1208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353D"/>
              </a:buClr>
              <a:buSzPts val="5000"/>
              <a:buFont typeface="Calibri"/>
              <a:buNone/>
            </a:pPr>
            <a:r>
              <a:rPr lang="pt-BR"/>
              <a:t>Caso do Linkedin</a:t>
            </a:r>
            <a:endParaRPr/>
          </a:p>
        </p:txBody>
      </p:sp>
      <p:sp>
        <p:nvSpPr>
          <p:cNvPr id="284" name="Google Shape;284;p29"/>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IMAGENS</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FOTO CENTRALIZADA</a:t>
            </a:r>
            <a:endParaRPr/>
          </a:p>
        </p:txBody>
      </p:sp>
      <p:pic>
        <p:nvPicPr>
          <p:cNvPr descr="Resultado de imagem para linkedin kafka" id="285" name="Google Shape;285;p29"/>
          <p:cNvPicPr preferRelativeResize="0"/>
          <p:nvPr/>
        </p:nvPicPr>
        <p:blipFill rotWithShape="1">
          <a:blip r:embed="rId3">
            <a:alphaModFix/>
          </a:blip>
          <a:srcRect b="0" l="0" r="0" t="0"/>
          <a:stretch/>
        </p:blipFill>
        <p:spPr>
          <a:xfrm>
            <a:off x="1776587" y="1208412"/>
            <a:ext cx="8796993" cy="4947533"/>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9" name="Shape 289"/>
        <p:cNvGrpSpPr/>
        <p:nvPr/>
      </p:nvGrpSpPr>
      <p:grpSpPr>
        <a:xfrm>
          <a:off x="0" y="0"/>
          <a:ext cx="0" cy="0"/>
          <a:chOff x="0" y="0"/>
          <a:chExt cx="0" cy="0"/>
        </a:xfrm>
      </p:grpSpPr>
      <p:sp>
        <p:nvSpPr>
          <p:cNvPr id="290" name="Google Shape;290;p30"/>
          <p:cNvSpPr txBox="1"/>
          <p:nvPr>
            <p:ph type="ctrTitle"/>
          </p:nvPr>
        </p:nvSpPr>
        <p:spPr>
          <a:xfrm>
            <a:off x="568229" y="-1"/>
            <a:ext cx="10960200" cy="1197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353D"/>
              </a:buClr>
              <a:buSzPts val="5000"/>
              <a:buFont typeface="Calibri"/>
              <a:buNone/>
            </a:pPr>
            <a:r>
              <a:rPr lang="pt-BR"/>
              <a:t>O caso do Linkedin</a:t>
            </a:r>
            <a:endParaRPr/>
          </a:p>
        </p:txBody>
      </p:sp>
      <p:sp>
        <p:nvSpPr>
          <p:cNvPr id="291" name="Google Shape;291;p30"/>
          <p:cNvSpPr txBox="1"/>
          <p:nvPr>
            <p:ph idx="1" type="subTitle"/>
          </p:nvPr>
        </p:nvSpPr>
        <p:spPr>
          <a:xfrm>
            <a:off x="576939" y="1447799"/>
            <a:ext cx="9448800" cy="45285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28E9B"/>
              </a:buClr>
              <a:buSzPts val="3500"/>
              <a:buFont typeface="Noto Sans Symbols"/>
              <a:buNone/>
            </a:pPr>
            <a:r>
              <a:rPr lang="pt-BR" sz="2400"/>
              <a:t>Passou a ser o núcleo dos pipelines do Linkedin</a:t>
            </a:r>
            <a:endParaRPr sz="2400"/>
          </a:p>
          <a:p>
            <a:pPr indent="0" lvl="0" marL="0" marR="0" rtl="0" algn="just">
              <a:lnSpc>
                <a:spcPct val="100000"/>
              </a:lnSpc>
              <a:spcBef>
                <a:spcPts val="0"/>
              </a:spcBef>
              <a:spcAft>
                <a:spcPts val="0"/>
              </a:spcAft>
              <a:buClr>
                <a:srgbClr val="028E9B"/>
              </a:buClr>
              <a:buSzPts val="3500"/>
              <a:buFont typeface="Noto Sans Symbols"/>
              <a:buNone/>
            </a:pPr>
            <a:br>
              <a:rPr lang="pt-BR"/>
            </a:br>
            <a:r>
              <a:rPr lang="pt-BR" sz="2400"/>
              <a:t>Lida com cerca de 1,4 trilhões de mensagens no Linkedin, com cerca de 1400 barramentos ou brokers</a:t>
            </a:r>
            <a:endParaRPr sz="2400"/>
          </a:p>
          <a:p>
            <a:pPr indent="0" lvl="0" marL="0" marR="0" rtl="0" algn="just">
              <a:lnSpc>
                <a:spcPct val="100000"/>
              </a:lnSpc>
              <a:spcBef>
                <a:spcPts val="0"/>
              </a:spcBef>
              <a:spcAft>
                <a:spcPts val="0"/>
              </a:spcAft>
              <a:buClr>
                <a:srgbClr val="028E9B"/>
              </a:buClr>
              <a:buSzPts val="3500"/>
              <a:buFont typeface="Noto Sans Symbols"/>
              <a:buNone/>
            </a:pPr>
            <a:br>
              <a:rPr lang="pt-BR" sz="2400"/>
            </a:br>
            <a:r>
              <a:rPr lang="pt-BR" sz="2400"/>
              <a:t>Possui uma escalabilidade absurda</a:t>
            </a:r>
            <a:endParaRPr sz="2400"/>
          </a:p>
          <a:p>
            <a:pPr indent="0" lvl="0" marL="0" marR="0" rtl="0" algn="just">
              <a:lnSpc>
                <a:spcPct val="100000"/>
              </a:lnSpc>
              <a:spcBef>
                <a:spcPts val="0"/>
              </a:spcBef>
              <a:spcAft>
                <a:spcPts val="0"/>
              </a:spcAft>
              <a:buClr>
                <a:srgbClr val="028E9B"/>
              </a:buClr>
              <a:buSzPts val="3500"/>
              <a:buFont typeface="Noto Sans Symbols"/>
              <a:buNone/>
            </a:pPr>
            <a:br>
              <a:rPr lang="pt-BR" sz="2400"/>
            </a:br>
            <a:r>
              <a:rPr lang="pt-BR" sz="2400"/>
              <a:t>Trabalha completamente distribuído</a:t>
            </a:r>
            <a:endParaRPr sz="2400"/>
          </a:p>
          <a:p>
            <a:pPr indent="0" lvl="0" marL="0" marR="0" rtl="0" algn="just">
              <a:lnSpc>
                <a:spcPct val="100000"/>
              </a:lnSpc>
              <a:spcBef>
                <a:spcPts val="0"/>
              </a:spcBef>
              <a:spcAft>
                <a:spcPts val="0"/>
              </a:spcAft>
              <a:buClr>
                <a:srgbClr val="028E9B"/>
              </a:buClr>
              <a:buSzPts val="3500"/>
              <a:buFont typeface="Noto Sans Symbols"/>
              <a:buNone/>
            </a:pPr>
            <a:br>
              <a:rPr lang="pt-BR" sz="2400"/>
            </a:br>
            <a:r>
              <a:rPr lang="pt-BR" sz="2400"/>
              <a:t>Pode possuir diversas partições para um mesmo tópico</a:t>
            </a:r>
            <a:br>
              <a:rPr lang="pt-BR" sz="2400"/>
            </a:br>
            <a:endParaRPr sz="2400"/>
          </a:p>
        </p:txBody>
      </p:sp>
      <p:sp>
        <p:nvSpPr>
          <p:cNvPr id="292" name="Google Shape;292;p30"/>
          <p:cNvSpPr/>
          <p:nvPr/>
        </p:nvSpPr>
        <p:spPr>
          <a:xfrm>
            <a:off x="14889194" y="1652109"/>
            <a:ext cx="5469000" cy="157410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TEXTO CORRIDO</a:t>
            </a:r>
            <a:endParaRPr/>
          </a:p>
          <a:p>
            <a:pPr indent="0" lvl="0" marL="0" marR="0" rtl="0" algn="ctr">
              <a:spcBef>
                <a:spcPts val="0"/>
              </a:spcBef>
              <a:spcAft>
                <a:spcPts val="0"/>
              </a:spcAft>
              <a:buNone/>
            </a:pPr>
            <a:r>
              <a:rPr b="1" i="0" lang="pt-BR" sz="1800" u="none" cap="none" strike="noStrike">
                <a:solidFill>
                  <a:srgbClr val="0C0C0C"/>
                </a:solidFill>
                <a:latin typeface="Calibri"/>
                <a:ea typeface="Calibri"/>
                <a:cs typeface="Calibri"/>
                <a:sym typeface="Calibri"/>
              </a:rPr>
              <a:t>OBS: NÃO É ACONSELHÁVEL COLOCAR</a:t>
            </a:r>
            <a:br>
              <a:rPr b="1" i="0" lang="pt-BR" sz="1800" u="none" cap="none" strike="noStrike">
                <a:solidFill>
                  <a:srgbClr val="0C0C0C"/>
                </a:solidFill>
                <a:latin typeface="Calibri"/>
                <a:ea typeface="Calibri"/>
                <a:cs typeface="Calibri"/>
                <a:sym typeface="Calibri"/>
              </a:rPr>
            </a:br>
            <a:r>
              <a:rPr b="1" i="0" lang="pt-BR" sz="1800" u="none" cap="none" strike="noStrike">
                <a:solidFill>
                  <a:srgbClr val="0C0C0C"/>
                </a:solidFill>
                <a:latin typeface="Calibri"/>
                <a:ea typeface="Calibri"/>
                <a:cs typeface="Calibri"/>
                <a:sym typeface="Calibri"/>
              </a:rPr>
              <a:t>MUITO TEXTO NOS SLIDES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sp>
        <p:nvSpPr>
          <p:cNvPr id="297" name="Google Shape;297;p31"/>
          <p:cNvSpPr txBox="1"/>
          <p:nvPr>
            <p:ph type="ctrTitle"/>
          </p:nvPr>
        </p:nvSpPr>
        <p:spPr>
          <a:xfrm>
            <a:off x="544286" y="2235200"/>
            <a:ext cx="6008914" cy="2387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353D"/>
              </a:buClr>
              <a:buSzPts val="4500"/>
              <a:buFont typeface="Calibri"/>
              <a:buNone/>
            </a:pPr>
            <a:r>
              <a:rPr lang="pt-BR"/>
              <a:t>Leitura Recomendada - Documentação do Apache Kafka</a:t>
            </a:r>
            <a:endParaRPr b="1"/>
          </a:p>
        </p:txBody>
      </p:sp>
      <p:sp>
        <p:nvSpPr>
          <p:cNvPr id="298" name="Google Shape;298;p31"/>
          <p:cNvSpPr/>
          <p:nvPr/>
        </p:nvSpPr>
        <p:spPr>
          <a:xfrm>
            <a:off x="14889194" y="1652109"/>
            <a:ext cx="5469146" cy="157417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PERGUNTAS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2" name="Shape 302"/>
        <p:cNvGrpSpPr/>
        <p:nvPr/>
      </p:nvGrpSpPr>
      <p:grpSpPr>
        <a:xfrm>
          <a:off x="0" y="0"/>
          <a:ext cx="0" cy="0"/>
          <a:chOff x="0" y="0"/>
          <a:chExt cx="0" cy="0"/>
        </a:xfrm>
      </p:grpSpPr>
      <p:sp>
        <p:nvSpPr>
          <p:cNvPr id="303" name="Google Shape;303;p32"/>
          <p:cNvSpPr txBox="1"/>
          <p:nvPr>
            <p:ph type="ctrTitle"/>
          </p:nvPr>
        </p:nvSpPr>
        <p:spPr>
          <a:xfrm>
            <a:off x="572583" y="1861471"/>
            <a:ext cx="5926187" cy="210851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353D"/>
              </a:buClr>
              <a:buSzPts val="3200"/>
              <a:buFont typeface="Calibri"/>
              <a:buNone/>
            </a:pPr>
            <a:r>
              <a:rPr lang="pt-BR"/>
              <a:t>Dúvidas?</a:t>
            </a:r>
            <a:endParaRPr/>
          </a:p>
        </p:txBody>
      </p:sp>
      <p:sp>
        <p:nvSpPr>
          <p:cNvPr id="304" name="Google Shape;304;p32"/>
          <p:cNvSpPr txBox="1"/>
          <p:nvPr>
            <p:ph idx="1" type="subTitle"/>
          </p:nvPr>
        </p:nvSpPr>
        <p:spPr>
          <a:xfrm>
            <a:off x="561698" y="4231651"/>
            <a:ext cx="5882642" cy="736599"/>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7F7F7F"/>
              </a:buClr>
              <a:buSzPts val="1800"/>
              <a:buNone/>
            </a:pPr>
            <a:r>
              <a:t/>
            </a:r>
            <a:endParaRPr/>
          </a:p>
        </p:txBody>
      </p:sp>
      <p:sp>
        <p:nvSpPr>
          <p:cNvPr id="305" name="Google Shape;305;p32"/>
          <p:cNvSpPr/>
          <p:nvPr/>
        </p:nvSpPr>
        <p:spPr>
          <a:xfrm>
            <a:off x="14889194" y="473533"/>
            <a:ext cx="5469146" cy="157417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PARA CITAÇÕES</a:t>
            </a:r>
            <a:endParaRPr/>
          </a:p>
        </p:txBody>
      </p:sp>
    </p:spTree>
  </p:cSld>
  <p:clrMapOvr>
    <a:masterClrMapping/>
  </p:clrMapOvr>
  <mc:AlternateContent>
    <mc:Choice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9" name="Shape 309"/>
        <p:cNvGrpSpPr/>
        <p:nvPr/>
      </p:nvGrpSpPr>
      <p:grpSpPr>
        <a:xfrm>
          <a:off x="0" y="0"/>
          <a:ext cx="0" cy="0"/>
          <a:chOff x="0" y="0"/>
          <a:chExt cx="0" cy="0"/>
        </a:xfrm>
      </p:grpSpPr>
      <p:sp>
        <p:nvSpPr>
          <p:cNvPr id="310" name="Google Shape;310;p33"/>
          <p:cNvSpPr/>
          <p:nvPr/>
        </p:nvSpPr>
        <p:spPr>
          <a:xfrm>
            <a:off x="14889194" y="473533"/>
            <a:ext cx="5469146" cy="1574170"/>
          </a:xfrm>
          <a:custGeom>
            <a:rect b="b" l="l" r="r" t="t"/>
            <a:pathLst>
              <a:path extrusionOk="0" h="120000" w="120000">
                <a:moveTo>
                  <a:pt x="0" y="0"/>
                </a:moveTo>
                <a:lnTo>
                  <a:pt x="120000" y="0"/>
                </a:lnTo>
                <a:lnTo>
                  <a:pt x="120000" y="120000"/>
                </a:lnTo>
                <a:lnTo>
                  <a:pt x="0" y="120000"/>
                </a:lnTo>
                <a:close/>
              </a:path>
              <a:path extrusionOk="0" fill="none" h="120000" w="120000">
                <a:moveTo>
                  <a:pt x="-10000" y="22500"/>
                </a:moveTo>
                <a:lnTo>
                  <a:pt x="-20000" y="22500"/>
                </a:lnTo>
                <a:lnTo>
                  <a:pt x="-56000" y="135000"/>
                </a:lnTo>
              </a:path>
            </a:pathLst>
          </a:custGeom>
          <a:solidFill>
            <a:schemeClr val="lt1"/>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pt-BR" sz="3400" u="none" cap="none" strike="noStrike">
                <a:solidFill>
                  <a:srgbClr val="0C0C0C"/>
                </a:solidFill>
                <a:latin typeface="Calibri"/>
                <a:ea typeface="Calibri"/>
                <a:cs typeface="Calibri"/>
                <a:sym typeface="Calibri"/>
              </a:rPr>
              <a:t>SLIDE DE ENCERRAMENTO</a:t>
            </a:r>
            <a:endParaRPr/>
          </a:p>
        </p:txBody>
      </p:sp>
    </p:spTree>
  </p:cSld>
  <p:clrMapOvr>
    <a:masterClrMapping/>
  </p:clrMapOvr>
  <mc:AlternateContent>
    <mc:Choice Requires="p14">
      <p:transition p14:dur="25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name="CAPA ENCERRAMENT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Personalizar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 IMAGENS E QUADR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Personalizar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LIDE TEXTO CORRIDO">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Personalizar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4_Personalizar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Texto corrido 2">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Personalizar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