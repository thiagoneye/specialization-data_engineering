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6" r:id="rId4"/>
    <p:sldMasterId id="2147483657" r:id="rId5"/>
    <p:sldMasterId id="2147483658" r:id="rId6"/>
    <p:sldMasterId id="2147483659" r:id="rId7"/>
    <p:sldMasterId id="2147483660" r:id="rId8"/>
    <p:sldMasterId id="2147483661" r:id="rId9"/>
    <p:sldMasterId id="2147483662" r:id="rId10"/>
    <p:sldMasterId id="2147483663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00">
          <p15:clr>
            <a:srgbClr val="000000"/>
          </p15:clr>
        </p15:guide>
        <p15:guide id="2" orient="horz" pos="3825">
          <p15:clr>
            <a:srgbClr val="000000"/>
          </p15:clr>
        </p15:guide>
        <p15:guide id="3" pos="7262">
          <p15:clr>
            <a:srgbClr val="000000"/>
          </p15:clr>
        </p15:guide>
        <p15:guide id="4" pos="425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00" orient="horz"/>
        <p:guide pos="3825" orient="horz"/>
        <p:guide pos="7262"/>
        <p:guide pos="42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8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5" Type="http://schemas.openxmlformats.org/officeDocument/2006/relationships/slide" Target="slides/slide13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11" Type="http://schemas.openxmlformats.org/officeDocument/2006/relationships/slideMaster" Target="slideMasters/slideMaster8.xml"/><Relationship Id="rId10" Type="http://schemas.openxmlformats.org/officeDocument/2006/relationships/slideMaster" Target="slideMasters/slideMaster7.xml"/><Relationship Id="rId13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9" Type="http://schemas.openxmlformats.org/officeDocument/2006/relationships/slide" Target="slides/slide7.xml"/><Relationship Id="rId18" Type="http://schemas.openxmlformats.org/officeDocument/2006/relationships/slide" Target="slides/slide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cb777afd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4cb777afd5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4cb777afd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4cb777afd5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4cb777afd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4cb777afd5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4cb777afd5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4cb777afd5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4cb777afd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4cb777afd5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/>
          <p:nvPr>
            <p:ph type="ctrTitle"/>
          </p:nvPr>
        </p:nvSpPr>
        <p:spPr>
          <a:xfrm>
            <a:off x="576938" y="2362200"/>
            <a:ext cx="6141720" cy="115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2"/>
          <p:cNvSpPr txBox="1"/>
          <p:nvPr>
            <p:ph idx="1" type="subTitle"/>
          </p:nvPr>
        </p:nvSpPr>
        <p:spPr>
          <a:xfrm>
            <a:off x="561698" y="3429000"/>
            <a:ext cx="61569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A1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pos="46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PARAÇÃO DE CAPÍTULOS">
  <p:cSld name="SEPARAÇÃO DE CAPÍTULO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ctrTitle"/>
          </p:nvPr>
        </p:nvSpPr>
        <p:spPr>
          <a:xfrm>
            <a:off x="576940" y="2232725"/>
            <a:ext cx="590931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TÓPICOS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6"/>
          <p:cNvSpPr txBox="1"/>
          <p:nvPr>
            <p:ph idx="1" type="subTitle"/>
          </p:nvPr>
        </p:nvSpPr>
        <p:spPr>
          <a:xfrm>
            <a:off x="52251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Char char="▪"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TEXTO CORRIDO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>
            <p:ph type="ctrTitle"/>
          </p:nvPr>
        </p:nvSpPr>
        <p:spPr>
          <a:xfrm>
            <a:off x="568229" y="1"/>
            <a:ext cx="10284828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8"/>
          <p:cNvSpPr txBox="1"/>
          <p:nvPr>
            <p:ph idx="1" type="subTitle"/>
          </p:nvPr>
        </p:nvSpPr>
        <p:spPr>
          <a:xfrm>
            <a:off x="576939" y="1447799"/>
            <a:ext cx="9448803" cy="452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  <a:defRPr b="0" i="0" sz="35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PARA PERGUNTAS">
  <p:cSld name="SLIDE PARA PERGUNTA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>
            <p:ph type="ctrTitle"/>
          </p:nvPr>
        </p:nvSpPr>
        <p:spPr>
          <a:xfrm>
            <a:off x="544286" y="2235200"/>
            <a:ext cx="600891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4500"/>
              <a:buFont typeface="Calibri"/>
              <a:buNone/>
              <a:defRPr b="1" i="0" sz="45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orient="horz" pos="3657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CITAÇÃO" type="title">
  <p:cSld name="TITLE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type="ctrTitle"/>
          </p:nvPr>
        </p:nvSpPr>
        <p:spPr>
          <a:xfrm>
            <a:off x="572583" y="1861471"/>
            <a:ext cx="5926187" cy="210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3200"/>
              <a:buFont typeface="Calibri"/>
              <a:buNone/>
              <a:defRPr b="0" i="0" sz="32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4" name="Google Shape;124;p12"/>
          <p:cNvSpPr txBox="1"/>
          <p:nvPr>
            <p:ph idx="1" type="subTitle"/>
          </p:nvPr>
        </p:nvSpPr>
        <p:spPr>
          <a:xfrm>
            <a:off x="561698" y="4231651"/>
            <a:ext cx="5882642" cy="736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 ENCERRAMENTO">
  <p:cSld name="CAPA ENCERRAMENTO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exto corrido 2" type="title">
  <p:cSld name="TITL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type="ctrTitle"/>
          </p:nvPr>
        </p:nvSpPr>
        <p:spPr>
          <a:xfrm>
            <a:off x="568230" y="0"/>
            <a:ext cx="100128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7" name="Google Shape;167;p16"/>
          <p:cNvSpPr txBox="1"/>
          <p:nvPr>
            <p:ph idx="1" type="subTitle"/>
          </p:nvPr>
        </p:nvSpPr>
        <p:spPr>
          <a:xfrm>
            <a:off x="57694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7.png"/><Relationship Id="rId13" Type="http://schemas.openxmlformats.org/officeDocument/2006/relationships/image" Target="../media/image14.png"/><Relationship Id="rId12" Type="http://schemas.openxmlformats.org/officeDocument/2006/relationships/image" Target="../media/image3.png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image" Target="../media/image5.png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5.png"/><Relationship Id="rId13" Type="http://schemas.openxmlformats.org/officeDocument/2006/relationships/image" Target="../media/image18.png"/><Relationship Id="rId12" Type="http://schemas.openxmlformats.org/officeDocument/2006/relationships/image" Target="../media/image8.png"/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3.png"/><Relationship Id="rId16" Type="http://schemas.openxmlformats.org/officeDocument/2006/relationships/theme" Target="../theme/theme8.xml"/><Relationship Id="rId5" Type="http://schemas.openxmlformats.org/officeDocument/2006/relationships/image" Target="../media/image22.png"/><Relationship Id="rId6" Type="http://schemas.openxmlformats.org/officeDocument/2006/relationships/image" Target="../media/image11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28.png"/><Relationship Id="rId13" Type="http://schemas.openxmlformats.org/officeDocument/2006/relationships/image" Target="../media/image26.png"/><Relationship Id="rId12" Type="http://schemas.openxmlformats.org/officeDocument/2006/relationships/image" Target="../media/image27.png"/><Relationship Id="rId1" Type="http://schemas.openxmlformats.org/officeDocument/2006/relationships/image" Target="../media/image30.png"/><Relationship Id="rId2" Type="http://schemas.openxmlformats.org/officeDocument/2006/relationships/image" Target="../media/image21.png"/><Relationship Id="rId3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image" Target="../media/image23.png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31.png"/><Relationship Id="rId8" Type="http://schemas.openxmlformats.org/officeDocument/2006/relationships/image" Target="../media/image20.png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image" Target="../media/image51.png"/><Relationship Id="rId10" Type="http://schemas.openxmlformats.org/officeDocument/2006/relationships/image" Target="../media/image48.png"/><Relationship Id="rId13" Type="http://schemas.openxmlformats.org/officeDocument/2006/relationships/image" Target="../media/image33.png"/><Relationship Id="rId12" Type="http://schemas.openxmlformats.org/officeDocument/2006/relationships/image" Target="../media/image27.png"/><Relationship Id="rId1" Type="http://schemas.openxmlformats.org/officeDocument/2006/relationships/image" Target="../media/image35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0.png"/><Relationship Id="rId9" Type="http://schemas.openxmlformats.org/officeDocument/2006/relationships/image" Target="../media/image46.png"/><Relationship Id="rId15" Type="http://schemas.openxmlformats.org/officeDocument/2006/relationships/image" Target="../media/image43.png"/><Relationship Id="rId14" Type="http://schemas.openxmlformats.org/officeDocument/2006/relationships/image" Target="../media/image45.png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4.xml"/><Relationship Id="rId5" Type="http://schemas.openxmlformats.org/officeDocument/2006/relationships/image" Target="../media/image39.png"/><Relationship Id="rId6" Type="http://schemas.openxmlformats.org/officeDocument/2006/relationships/image" Target="../media/image34.png"/><Relationship Id="rId7" Type="http://schemas.openxmlformats.org/officeDocument/2006/relationships/image" Target="../media/image52.png"/><Relationship Id="rId8" Type="http://schemas.openxmlformats.org/officeDocument/2006/relationships/image" Target="../media/image36.png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3.png"/><Relationship Id="rId13" Type="http://schemas.openxmlformats.org/officeDocument/2006/relationships/image" Target="../media/image47.png"/><Relationship Id="rId12" Type="http://schemas.openxmlformats.org/officeDocument/2006/relationships/image" Target="../media/image50.png"/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10.png"/><Relationship Id="rId4" Type="http://schemas.openxmlformats.org/officeDocument/2006/relationships/image" Target="../media/image49.png"/><Relationship Id="rId9" Type="http://schemas.openxmlformats.org/officeDocument/2006/relationships/image" Target="../media/image18.png"/><Relationship Id="rId15" Type="http://schemas.openxmlformats.org/officeDocument/2006/relationships/theme" Target="../theme/theme9.xml"/><Relationship Id="rId14" Type="http://schemas.openxmlformats.org/officeDocument/2006/relationships/slideLayout" Target="../slideLayouts/slideLayout5.xml"/><Relationship Id="rId5" Type="http://schemas.openxmlformats.org/officeDocument/2006/relationships/image" Target="../media/image38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6.png"/><Relationship Id="rId10" Type="http://schemas.openxmlformats.org/officeDocument/2006/relationships/image" Target="../media/image69.png"/><Relationship Id="rId13" Type="http://schemas.openxmlformats.org/officeDocument/2006/relationships/slideLayout" Target="../slideLayouts/slideLayout6.xml"/><Relationship Id="rId12" Type="http://schemas.openxmlformats.org/officeDocument/2006/relationships/image" Target="../media/image53.png"/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59.png"/><Relationship Id="rId4" Type="http://schemas.openxmlformats.org/officeDocument/2006/relationships/image" Target="../media/image44.png"/><Relationship Id="rId9" Type="http://schemas.openxmlformats.org/officeDocument/2006/relationships/image" Target="../media/image3.png"/><Relationship Id="rId14" Type="http://schemas.openxmlformats.org/officeDocument/2006/relationships/theme" Target="../theme/theme6.xml"/><Relationship Id="rId5" Type="http://schemas.openxmlformats.org/officeDocument/2006/relationships/image" Target="../media/image60.png"/><Relationship Id="rId6" Type="http://schemas.openxmlformats.org/officeDocument/2006/relationships/image" Target="../media/image57.png"/><Relationship Id="rId7" Type="http://schemas.openxmlformats.org/officeDocument/2006/relationships/image" Target="../media/image5.png"/><Relationship Id="rId8" Type="http://schemas.openxmlformats.org/officeDocument/2006/relationships/image" Target="../media/image18.png"/></Relationships>
</file>

<file path=ppt/slideMasters/_rels/slideMaster7.xml.rels><?xml version="1.0" encoding="UTF-8" standalone="yes"?><Relationships xmlns="http://schemas.openxmlformats.org/package/2006/relationships"><Relationship Id="rId20" Type="http://schemas.openxmlformats.org/officeDocument/2006/relationships/image" Target="../media/image64.png"/><Relationship Id="rId11" Type="http://schemas.openxmlformats.org/officeDocument/2006/relationships/image" Target="../media/image79.png"/><Relationship Id="rId22" Type="http://schemas.openxmlformats.org/officeDocument/2006/relationships/theme" Target="../theme/theme3.xml"/><Relationship Id="rId10" Type="http://schemas.openxmlformats.org/officeDocument/2006/relationships/image" Target="../media/image62.png"/><Relationship Id="rId21" Type="http://schemas.openxmlformats.org/officeDocument/2006/relationships/slideLayout" Target="../slideLayouts/slideLayout7.xml"/><Relationship Id="rId13" Type="http://schemas.openxmlformats.org/officeDocument/2006/relationships/image" Target="../media/image27.png"/><Relationship Id="rId12" Type="http://schemas.openxmlformats.org/officeDocument/2006/relationships/image" Target="../media/image5.png"/><Relationship Id="rId1" Type="http://schemas.openxmlformats.org/officeDocument/2006/relationships/image" Target="../media/image54.png"/><Relationship Id="rId2" Type="http://schemas.openxmlformats.org/officeDocument/2006/relationships/image" Target="../media/image68.png"/><Relationship Id="rId3" Type="http://schemas.openxmlformats.org/officeDocument/2006/relationships/image" Target="../media/image55.png"/><Relationship Id="rId4" Type="http://schemas.openxmlformats.org/officeDocument/2006/relationships/image" Target="../media/image61.png"/><Relationship Id="rId9" Type="http://schemas.openxmlformats.org/officeDocument/2006/relationships/image" Target="../media/image75.png"/><Relationship Id="rId15" Type="http://schemas.openxmlformats.org/officeDocument/2006/relationships/image" Target="../media/image65.png"/><Relationship Id="rId14" Type="http://schemas.openxmlformats.org/officeDocument/2006/relationships/image" Target="../media/image28.png"/><Relationship Id="rId17" Type="http://schemas.openxmlformats.org/officeDocument/2006/relationships/image" Target="../media/image7.png"/><Relationship Id="rId16" Type="http://schemas.openxmlformats.org/officeDocument/2006/relationships/image" Target="../media/image43.png"/><Relationship Id="rId5" Type="http://schemas.openxmlformats.org/officeDocument/2006/relationships/image" Target="../media/image77.png"/><Relationship Id="rId19" Type="http://schemas.openxmlformats.org/officeDocument/2006/relationships/image" Target="../media/image3.png"/><Relationship Id="rId6" Type="http://schemas.openxmlformats.org/officeDocument/2006/relationships/image" Target="../media/image63.png"/><Relationship Id="rId18" Type="http://schemas.openxmlformats.org/officeDocument/2006/relationships/image" Target="../media/image18.png"/><Relationship Id="rId7" Type="http://schemas.openxmlformats.org/officeDocument/2006/relationships/image" Target="../media/image58.png"/><Relationship Id="rId8" Type="http://schemas.openxmlformats.org/officeDocument/2006/relationships/image" Target="../media/image66.png"/></Relationships>
</file>

<file path=ppt/slideMasters/_rels/slideMaster8.xml.rels><?xml version="1.0" encoding="UTF-8" standalone="yes"?><Relationships xmlns="http://schemas.openxmlformats.org/package/2006/relationships"><Relationship Id="rId11" Type="http://schemas.openxmlformats.org/officeDocument/2006/relationships/image" Target="../media/image82.png"/><Relationship Id="rId10" Type="http://schemas.openxmlformats.org/officeDocument/2006/relationships/image" Target="../media/image80.png"/><Relationship Id="rId13" Type="http://schemas.openxmlformats.org/officeDocument/2006/relationships/image" Target="../media/image88.png"/><Relationship Id="rId12" Type="http://schemas.openxmlformats.org/officeDocument/2006/relationships/image" Target="../media/image78.png"/><Relationship Id="rId1" Type="http://schemas.openxmlformats.org/officeDocument/2006/relationships/image" Target="../media/image67.png"/><Relationship Id="rId2" Type="http://schemas.openxmlformats.org/officeDocument/2006/relationships/image" Target="../media/image83.png"/><Relationship Id="rId3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76.png"/><Relationship Id="rId15" Type="http://schemas.openxmlformats.org/officeDocument/2006/relationships/theme" Target="../theme/theme7.xml"/><Relationship Id="rId14" Type="http://schemas.openxmlformats.org/officeDocument/2006/relationships/slideLayout" Target="../slideLayouts/slideLayout8.xml"/><Relationship Id="rId5" Type="http://schemas.openxmlformats.org/officeDocument/2006/relationships/image" Target="../media/image72.png"/><Relationship Id="rId6" Type="http://schemas.openxmlformats.org/officeDocument/2006/relationships/image" Target="../media/image74.png"/><Relationship Id="rId7" Type="http://schemas.openxmlformats.org/officeDocument/2006/relationships/image" Target="../media/image81.png"/><Relationship Id="rId8" Type="http://schemas.openxmlformats.org/officeDocument/2006/relationships/image" Target="../media/image73.pn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3500" y="2124075"/>
            <a:ext cx="3308350" cy="3028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8166100" y="1577975"/>
            <a:ext cx="2343150" cy="2584450"/>
            <a:chOff x="8166100" y="1047750"/>
            <a:chExt cx="2343150" cy="2584450"/>
          </a:xfrm>
        </p:grpSpPr>
        <p:pic>
          <p:nvPicPr>
            <p:cNvPr id="12" name="Google Shape;12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66100" y="1593850"/>
              <a:ext cx="2343150" cy="2038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78825" y="1047750"/>
              <a:ext cx="1917700" cy="2565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" name="Google Shape;1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51875" y="1958975"/>
            <a:ext cx="13716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85050" y="23717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614150" y="49879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34750" y="17049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56550" y="13493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176000" y="519747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55350" y="1349375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46950" y="479107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6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5700" y="2435225"/>
            <a:ext cx="3568700" cy="21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8350" y="1958975"/>
            <a:ext cx="180975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6000" y="2206625"/>
            <a:ext cx="577850" cy="57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42550" y="2219325"/>
            <a:ext cx="59055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83750" y="2536825"/>
            <a:ext cx="273050" cy="16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58150" y="3190875"/>
            <a:ext cx="8064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0750" y="18192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417300" y="50323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531600" y="21304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51650" y="19018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99850" y="467042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696700" y="220027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51650" y="535622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5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2700"/>
            <a:ext cx="12192000" cy="58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15550" y="1562100"/>
            <a:ext cx="2076450" cy="46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0" y="3644900"/>
            <a:ext cx="1295400" cy="32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47350" y="5651500"/>
            <a:ext cx="7874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45850" y="2324100"/>
            <a:ext cx="9461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1650" y="3028950"/>
            <a:ext cx="1225550" cy="8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728450" y="622300"/>
            <a:ext cx="46355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31500" y="4044950"/>
            <a:ext cx="165100" cy="1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31550" y="214630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709400" y="1358900"/>
            <a:ext cx="88900" cy="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87050" y="2908300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687050" y="42291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87100" y="2305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788650" y="29908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382250" y="540385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356850" y="55562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585450" y="5416550"/>
            <a:ext cx="38100" cy="381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6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2450" y="1371600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2300" y="1066800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7231" y="1565532"/>
            <a:ext cx="2241550" cy="353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2950" y="4718050"/>
            <a:ext cx="24892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88200" y="15938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00950" y="5461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39500" y="5334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55350" y="1555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64350" y="13271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47450" y="5054600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37900" y="12954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0750" y="53022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92950" y="1952625"/>
            <a:ext cx="225425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99500" y="2762250"/>
            <a:ext cx="2628900" cy="21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890000" y="2971800"/>
            <a:ext cx="2247900" cy="1289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72300" y="1066800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1350" y="2057400"/>
            <a:ext cx="1187450" cy="17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2900" y="2057400"/>
            <a:ext cx="1187450" cy="172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9750" y="4184650"/>
            <a:ext cx="2374900" cy="9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04150" y="3194050"/>
            <a:ext cx="3092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07400" y="1644650"/>
            <a:ext cx="1911350" cy="2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00950" y="5461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55350" y="1555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37900" y="12954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70750" y="53022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23100" y="1308100"/>
            <a:ext cx="7937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7500" y="2374900"/>
            <a:ext cx="111760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54650" y="4324350"/>
            <a:ext cx="1117600" cy="10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10800000">
            <a:off x="11225530" y="3955339"/>
            <a:ext cx="793750" cy="762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3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58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0750" y="952500"/>
            <a:ext cx="9721850" cy="44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4700" y="2476500"/>
            <a:ext cx="19494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1750" y="2794000"/>
            <a:ext cx="25273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450" y="863600"/>
            <a:ext cx="2139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52000" y="4476750"/>
            <a:ext cx="1962150" cy="13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55950" y="1543050"/>
            <a:ext cx="5791200" cy="427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13200" y="571500"/>
            <a:ext cx="41465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87700" y="4311650"/>
            <a:ext cx="1568450" cy="14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34450" y="5099050"/>
            <a:ext cx="12065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28000" y="4127500"/>
            <a:ext cx="11112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71000" y="1174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226550" y="908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76400" y="27051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25600" y="22225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060950" y="1511300"/>
            <a:ext cx="217170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544300" y="1797050"/>
            <a:ext cx="38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832850" y="990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645900" y="19050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758950" y="23558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217150" y="4006850"/>
            <a:ext cx="647700" cy="9207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1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9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94.png"/><Relationship Id="rId10" Type="http://schemas.openxmlformats.org/officeDocument/2006/relationships/image" Target="../media/image93.png"/><Relationship Id="rId13" Type="http://schemas.openxmlformats.org/officeDocument/2006/relationships/image" Target="../media/image97.png"/><Relationship Id="rId12" Type="http://schemas.openxmlformats.org/officeDocument/2006/relationships/image" Target="../media/image8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4.png"/><Relationship Id="rId4" Type="http://schemas.openxmlformats.org/officeDocument/2006/relationships/image" Target="../media/image87.png"/><Relationship Id="rId9" Type="http://schemas.openxmlformats.org/officeDocument/2006/relationships/image" Target="../media/image96.png"/><Relationship Id="rId15" Type="http://schemas.openxmlformats.org/officeDocument/2006/relationships/image" Target="../media/image111.png"/><Relationship Id="rId14" Type="http://schemas.openxmlformats.org/officeDocument/2006/relationships/image" Target="../media/image95.png"/><Relationship Id="rId5" Type="http://schemas.openxmlformats.org/officeDocument/2006/relationships/image" Target="../media/image85.png"/><Relationship Id="rId6" Type="http://schemas.openxmlformats.org/officeDocument/2006/relationships/image" Target="../media/image90.png"/><Relationship Id="rId7" Type="http://schemas.openxmlformats.org/officeDocument/2006/relationships/image" Target="../media/image92.png"/><Relationship Id="rId8" Type="http://schemas.openxmlformats.org/officeDocument/2006/relationships/image" Target="../media/image9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9.png"/><Relationship Id="rId4" Type="http://schemas.openxmlformats.org/officeDocument/2006/relationships/image" Target="../media/image115.png"/><Relationship Id="rId5" Type="http://schemas.openxmlformats.org/officeDocument/2006/relationships/image" Target="../media/image10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4.png"/><Relationship Id="rId4" Type="http://schemas.openxmlformats.org/officeDocument/2006/relationships/image" Target="../media/image103.png"/><Relationship Id="rId5" Type="http://schemas.openxmlformats.org/officeDocument/2006/relationships/image" Target="../media/image102.png"/><Relationship Id="rId6" Type="http://schemas.openxmlformats.org/officeDocument/2006/relationships/image" Target="../media/image106.png"/><Relationship Id="rId7" Type="http://schemas.openxmlformats.org/officeDocument/2006/relationships/image" Target="../media/image98.png"/><Relationship Id="rId8" Type="http://schemas.openxmlformats.org/officeDocument/2006/relationships/image" Target="../media/image108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94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1.png"/><Relationship Id="rId4" Type="http://schemas.openxmlformats.org/officeDocument/2006/relationships/image" Target="../media/image104.png"/><Relationship Id="rId9" Type="http://schemas.openxmlformats.org/officeDocument/2006/relationships/image" Target="../media/image93.png"/><Relationship Id="rId5" Type="http://schemas.openxmlformats.org/officeDocument/2006/relationships/image" Target="../media/image100.png"/><Relationship Id="rId6" Type="http://schemas.openxmlformats.org/officeDocument/2006/relationships/image" Target="../media/image92.png"/><Relationship Id="rId7" Type="http://schemas.openxmlformats.org/officeDocument/2006/relationships/image" Target="../media/image91.png"/><Relationship Id="rId8" Type="http://schemas.openxmlformats.org/officeDocument/2006/relationships/image" Target="../media/image9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7.png"/><Relationship Id="rId4" Type="http://schemas.openxmlformats.org/officeDocument/2006/relationships/image" Target="../media/image95.png"/><Relationship Id="rId5" Type="http://schemas.openxmlformats.org/officeDocument/2006/relationships/image" Target="../media/image111.png"/><Relationship Id="rId6" Type="http://schemas.openxmlformats.org/officeDocument/2006/relationships/image" Target="../media/image107.png"/><Relationship Id="rId7" Type="http://schemas.openxmlformats.org/officeDocument/2006/relationships/image" Target="../media/image109.png"/><Relationship Id="rId8" Type="http://schemas.openxmlformats.org/officeDocument/2006/relationships/image" Target="../media/image1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2.png"/><Relationship Id="rId4" Type="http://schemas.openxmlformats.org/officeDocument/2006/relationships/image" Target="../media/image1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type="ctrTitle"/>
          </p:nvPr>
        </p:nvSpPr>
        <p:spPr>
          <a:xfrm>
            <a:off x="576951" y="2950025"/>
            <a:ext cx="6623400" cy="8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Comparativo com o GCP</a:t>
            </a:r>
            <a:endParaRPr/>
          </a:p>
        </p:txBody>
      </p:sp>
      <p:sp>
        <p:nvSpPr>
          <p:cNvPr id="173" name="Google Shape;173;p17"/>
          <p:cNvSpPr txBox="1"/>
          <p:nvPr>
            <p:ph idx="1" type="subTitle"/>
          </p:nvPr>
        </p:nvSpPr>
        <p:spPr>
          <a:xfrm>
            <a:off x="561700" y="3752850"/>
            <a:ext cx="65556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2500"/>
              <a:buNone/>
            </a:pPr>
            <a:r>
              <a:rPr lang="pt-BR"/>
              <a:t>Pedro Kássio Ribeiro Matos Loureiro de Carvalho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14095988" y="2133496"/>
            <a:ext cx="3580222" cy="1033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CAPA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>
            <p:ph type="ctrTitle"/>
          </p:nvPr>
        </p:nvSpPr>
        <p:spPr>
          <a:xfrm>
            <a:off x="559525" y="2231625"/>
            <a:ext cx="62673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Google Cloud Platform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14167420" y="1725837"/>
            <a:ext cx="4057842" cy="173225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SEPARAR CAPÍTULO/ TÓPICO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 txBox="1"/>
          <p:nvPr>
            <p:ph type="ctrTitle"/>
          </p:nvPr>
        </p:nvSpPr>
        <p:spPr>
          <a:xfrm>
            <a:off x="576943" y="0"/>
            <a:ext cx="10951482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Arquitetura Lambda GCP (Revisão)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14167420" y="1725837"/>
            <a:ext cx="4057842" cy="173225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TÓPICOS</a:t>
            </a:r>
            <a:endParaRPr/>
          </a:p>
        </p:txBody>
      </p:sp>
      <p:pic>
        <p:nvPicPr>
          <p:cNvPr id="187" name="Google Shape;1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474" y="1481638"/>
            <a:ext cx="8065576" cy="480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Arquitetura Lambda Open Source*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353200" y="2890545"/>
            <a:ext cx="1153800" cy="12132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Dados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1967297" y="1300837"/>
            <a:ext cx="4291200" cy="218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1967356" y="3765584"/>
            <a:ext cx="4291200" cy="2082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2042764" y="1268375"/>
            <a:ext cx="18438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Camada Streaming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2042764" y="3765583"/>
            <a:ext cx="18438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Camada Batch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7900188" y="1300837"/>
            <a:ext cx="1463700" cy="337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7971057" y="1300824"/>
            <a:ext cx="18438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Visualização</a:t>
            </a:r>
            <a:endParaRPr/>
          </a:p>
        </p:txBody>
      </p:sp>
      <p:pic>
        <p:nvPicPr>
          <p:cNvPr id="201" name="Google Shape;2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1391" y="1507600"/>
            <a:ext cx="1644613" cy="649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2141" y="2337220"/>
            <a:ext cx="1183136" cy="94673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/>
          <p:nvPr/>
        </p:nvSpPr>
        <p:spPr>
          <a:xfrm>
            <a:off x="6338460" y="1300842"/>
            <a:ext cx="1463700" cy="461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7608" y="4382927"/>
            <a:ext cx="1649882" cy="946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82757" y="4506989"/>
            <a:ext cx="1563915" cy="94675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6295304" y="1300824"/>
            <a:ext cx="18438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Camada Serving</a:t>
            </a:r>
            <a:endParaRPr/>
          </a:p>
        </p:txBody>
      </p:sp>
      <p:pic>
        <p:nvPicPr>
          <p:cNvPr id="207" name="Google Shape;20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14657" y="1853096"/>
            <a:ext cx="929395" cy="67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14660" y="2527327"/>
            <a:ext cx="929395" cy="100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89465" y="3482270"/>
            <a:ext cx="1379759" cy="405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87784" y="4150431"/>
            <a:ext cx="1183125" cy="684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52052" y="4997261"/>
            <a:ext cx="854608" cy="780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448902" y="1853077"/>
            <a:ext cx="1031614" cy="1116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204754" y="1671469"/>
            <a:ext cx="854609" cy="924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116255" y="2458850"/>
            <a:ext cx="1031615" cy="102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055201" y="3765571"/>
            <a:ext cx="1153698" cy="63402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/>
          <p:nvPr/>
        </p:nvSpPr>
        <p:spPr>
          <a:xfrm rot="-2120354">
            <a:off x="1170723" y="2453914"/>
            <a:ext cx="876013" cy="46464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 rot="2115431">
            <a:off x="1171005" y="4072299"/>
            <a:ext cx="876227" cy="46459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 rot="1662">
            <a:off x="5994258" y="2137666"/>
            <a:ext cx="620400" cy="47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 rot="1662">
            <a:off x="5949568" y="4618629"/>
            <a:ext cx="620400" cy="47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 rot="1662">
            <a:off x="7584353" y="3135591"/>
            <a:ext cx="620400" cy="47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ctrTitle"/>
          </p:nvPr>
        </p:nvSpPr>
        <p:spPr>
          <a:xfrm>
            <a:off x="568229" y="-1"/>
            <a:ext cx="10960195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Ingestão de Dados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132238" y="1764635"/>
            <a:ext cx="4218600" cy="4377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766775" y="1764715"/>
            <a:ext cx="4218600" cy="43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1058551" y="1606066"/>
            <a:ext cx="3849000" cy="83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Google Cloud</a:t>
            </a:r>
            <a:endParaRPr sz="3000"/>
          </a:p>
        </p:txBody>
      </p:sp>
      <p:sp>
        <p:nvSpPr>
          <p:cNvPr id="230" name="Google Shape;230;p21"/>
          <p:cNvSpPr txBox="1"/>
          <p:nvPr/>
        </p:nvSpPr>
        <p:spPr>
          <a:xfrm>
            <a:off x="5308908" y="1589650"/>
            <a:ext cx="3849000" cy="84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Open Source</a:t>
            </a:r>
            <a:endParaRPr sz="3000"/>
          </a:p>
        </p:txBody>
      </p:sp>
      <p:pic>
        <p:nvPicPr>
          <p:cNvPr id="231" name="Google Shape;2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826" y="2559723"/>
            <a:ext cx="3688546" cy="3275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1778" y="3484144"/>
            <a:ext cx="2614259" cy="2642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3741" y="2175315"/>
            <a:ext cx="1213499" cy="1271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ctrTitle"/>
          </p:nvPr>
        </p:nvSpPr>
        <p:spPr>
          <a:xfrm>
            <a:off x="568229" y="-1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Processamento de Dados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5223236" y="1463528"/>
            <a:ext cx="4498200" cy="5026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568225" y="1463621"/>
            <a:ext cx="4498200" cy="5026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879354" y="1438028"/>
            <a:ext cx="41043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Google Cloud</a:t>
            </a:r>
            <a:endParaRPr sz="3000"/>
          </a:p>
        </p:txBody>
      </p:sp>
      <p:sp>
        <p:nvSpPr>
          <p:cNvPr id="243" name="Google Shape;243;p22"/>
          <p:cNvSpPr txBox="1"/>
          <p:nvPr/>
        </p:nvSpPr>
        <p:spPr>
          <a:xfrm>
            <a:off x="5411623" y="1438028"/>
            <a:ext cx="41043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Open Source</a:t>
            </a:r>
            <a:endParaRPr sz="3000"/>
          </a:p>
        </p:txBody>
      </p:sp>
      <p:pic>
        <p:nvPicPr>
          <p:cNvPr id="244" name="Google Shape;2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941" y="2603281"/>
            <a:ext cx="977883" cy="1109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863" y="4011873"/>
            <a:ext cx="977878" cy="987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9941" y="5322217"/>
            <a:ext cx="977874" cy="1109558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2692251" y="2903524"/>
            <a:ext cx="20928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Google Cloud DataProc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1006585" y="4250846"/>
            <a:ext cx="23043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Google Compute Engine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2480097" y="5622458"/>
            <a:ext cx="23043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Google Cloud Dataflow</a:t>
            </a:r>
            <a:endParaRPr/>
          </a:p>
        </p:txBody>
      </p:sp>
      <p:pic>
        <p:nvPicPr>
          <p:cNvPr id="250" name="Google Shape;25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4730" y="2576832"/>
            <a:ext cx="1635360" cy="98701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7673741" y="2815796"/>
            <a:ext cx="17055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Apache Spark</a:t>
            </a:r>
            <a:endParaRPr/>
          </a:p>
        </p:txBody>
      </p:sp>
      <p:pic>
        <p:nvPicPr>
          <p:cNvPr id="252" name="Google Shape;252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90235" y="3972880"/>
            <a:ext cx="1989312" cy="82388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 txBox="1"/>
          <p:nvPr/>
        </p:nvSpPr>
        <p:spPr>
          <a:xfrm>
            <a:off x="5801405" y="4092628"/>
            <a:ext cx="17055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Apache Storm</a:t>
            </a:r>
            <a:endParaRPr/>
          </a:p>
        </p:txBody>
      </p:sp>
      <p:pic>
        <p:nvPicPr>
          <p:cNvPr id="254" name="Google Shape;254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11623" y="5374438"/>
            <a:ext cx="2092622" cy="1005118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7843861" y="5584813"/>
            <a:ext cx="14820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Apache Flink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 txBox="1"/>
          <p:nvPr>
            <p:ph type="ctrTitle"/>
          </p:nvPr>
        </p:nvSpPr>
        <p:spPr>
          <a:xfrm>
            <a:off x="568229" y="-1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Armazenamento - Serving Layer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5049056" y="1600409"/>
            <a:ext cx="4330200" cy="4583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568225" y="1600494"/>
            <a:ext cx="4330200" cy="4583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867712" y="1417200"/>
            <a:ext cx="39507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Google Cloud</a:t>
            </a:r>
            <a:endParaRPr sz="3000"/>
          </a:p>
        </p:txBody>
      </p:sp>
      <p:sp>
        <p:nvSpPr>
          <p:cNvPr id="265" name="Google Shape;265;p23"/>
          <p:cNvSpPr txBox="1"/>
          <p:nvPr/>
        </p:nvSpPr>
        <p:spPr>
          <a:xfrm>
            <a:off x="5230394" y="1417200"/>
            <a:ext cx="39507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Open Source</a:t>
            </a:r>
            <a:endParaRPr sz="3000"/>
          </a:p>
        </p:txBody>
      </p:sp>
      <p:pic>
        <p:nvPicPr>
          <p:cNvPr id="266" name="Google Shape;2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691" y="2346182"/>
            <a:ext cx="831805" cy="89395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2130534" y="2561090"/>
            <a:ext cx="2014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Google Cloud Storage</a:t>
            </a:r>
            <a:endParaRPr/>
          </a:p>
        </p:txBody>
      </p:sp>
      <p:pic>
        <p:nvPicPr>
          <p:cNvPr id="268" name="Google Shape;26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8691" y="5283040"/>
            <a:ext cx="831806" cy="893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6627" y="3690980"/>
            <a:ext cx="938148" cy="893953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1355081" y="3922065"/>
            <a:ext cx="2014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Google Cloud BigQuery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2130534" y="5497947"/>
            <a:ext cx="20142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Google Cloud Bigtable</a:t>
            </a:r>
            <a:endParaRPr/>
          </a:p>
        </p:txBody>
      </p:sp>
      <p:pic>
        <p:nvPicPr>
          <p:cNvPr id="272" name="Google Shape;27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37952" y="2234541"/>
            <a:ext cx="865990" cy="624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72426" y="2858575"/>
            <a:ext cx="865990" cy="930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56624" y="3789261"/>
            <a:ext cx="1285629" cy="375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54218" y="4468791"/>
            <a:ext cx="1102408" cy="633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37954" y="5239665"/>
            <a:ext cx="796305" cy="722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"/>
          <p:cNvSpPr txBox="1"/>
          <p:nvPr>
            <p:ph type="ctrTitle"/>
          </p:nvPr>
        </p:nvSpPr>
        <p:spPr>
          <a:xfrm>
            <a:off x="568229" y="-1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Visualização</a:t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sp>
        <p:nvSpPr>
          <p:cNvPr id="283" name="Google Shape;283;p24"/>
          <p:cNvSpPr/>
          <p:nvPr/>
        </p:nvSpPr>
        <p:spPr>
          <a:xfrm>
            <a:off x="4914204" y="1556829"/>
            <a:ext cx="4153800" cy="4515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4"/>
          <p:cNvSpPr/>
          <p:nvPr/>
        </p:nvSpPr>
        <p:spPr>
          <a:xfrm>
            <a:off x="616300" y="1556912"/>
            <a:ext cx="4153800" cy="4515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903561" y="1533925"/>
            <a:ext cx="37896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Google Cloud</a:t>
            </a:r>
            <a:endParaRPr sz="3000"/>
          </a:p>
        </p:txBody>
      </p:sp>
      <p:sp>
        <p:nvSpPr>
          <p:cNvPr id="286" name="Google Shape;286;p24"/>
          <p:cNvSpPr txBox="1"/>
          <p:nvPr/>
        </p:nvSpPr>
        <p:spPr>
          <a:xfrm>
            <a:off x="4938021" y="1533925"/>
            <a:ext cx="41079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Opções de Mercado</a:t>
            </a:r>
            <a:endParaRPr sz="3000"/>
          </a:p>
        </p:txBody>
      </p:sp>
      <p:pic>
        <p:nvPicPr>
          <p:cNvPr id="287" name="Google Shape;28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9130" y="2114411"/>
            <a:ext cx="1360542" cy="1501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3999" y="3675082"/>
            <a:ext cx="921993" cy="933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3099" y="5281413"/>
            <a:ext cx="1031104" cy="578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34820" y="2923582"/>
            <a:ext cx="1360546" cy="751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12174" y="4281531"/>
            <a:ext cx="1005834" cy="111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13399" y="3102076"/>
            <a:ext cx="2141458" cy="1575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"/>
          <p:cNvSpPr txBox="1"/>
          <p:nvPr>
            <p:ph type="ctrTitle"/>
          </p:nvPr>
        </p:nvSpPr>
        <p:spPr>
          <a:xfrm>
            <a:off x="568229" y="-1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Machine Learning</a:t>
            </a:r>
            <a:endParaRPr/>
          </a:p>
        </p:txBody>
      </p:sp>
      <p:sp>
        <p:nvSpPr>
          <p:cNvPr id="298" name="Google Shape;298;p25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sp>
        <p:nvSpPr>
          <p:cNvPr id="299" name="Google Shape;299;p25"/>
          <p:cNvSpPr/>
          <p:nvPr/>
        </p:nvSpPr>
        <p:spPr>
          <a:xfrm>
            <a:off x="4971649" y="1431325"/>
            <a:ext cx="4255800" cy="4824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5"/>
          <p:cNvSpPr/>
          <p:nvPr/>
        </p:nvSpPr>
        <p:spPr>
          <a:xfrm>
            <a:off x="568225" y="1431414"/>
            <a:ext cx="4255800" cy="482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862538" y="1406850"/>
            <a:ext cx="3882600" cy="94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Google Cloud</a:t>
            </a:r>
            <a:endParaRPr sz="3000"/>
          </a:p>
        </p:txBody>
      </p:sp>
      <p:sp>
        <p:nvSpPr>
          <p:cNvPr id="302" name="Google Shape;302;p25"/>
          <p:cNvSpPr txBox="1"/>
          <p:nvPr/>
        </p:nvSpPr>
        <p:spPr>
          <a:xfrm>
            <a:off x="5171927" y="1406850"/>
            <a:ext cx="3906000" cy="8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Open Source</a:t>
            </a:r>
            <a:endParaRPr sz="3000"/>
          </a:p>
        </p:txBody>
      </p:sp>
      <p:pic>
        <p:nvPicPr>
          <p:cNvPr id="303" name="Google Shape;3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5540" y="2971530"/>
            <a:ext cx="1998813" cy="1146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1660" y="2652882"/>
            <a:ext cx="2208830" cy="2381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"/>
          <p:cNvSpPr txBox="1"/>
          <p:nvPr>
            <p:ph type="ctrTitle"/>
          </p:nvPr>
        </p:nvSpPr>
        <p:spPr>
          <a:xfrm>
            <a:off x="576955" y="195100"/>
            <a:ext cx="100128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Então, quais seriam recomendações para usar GCP ou Open Source?</a:t>
            </a:r>
            <a:endParaRPr/>
          </a:p>
        </p:txBody>
      </p:sp>
      <p:sp>
        <p:nvSpPr>
          <p:cNvPr id="310" name="Google Shape;310;p26"/>
          <p:cNvSpPr txBox="1"/>
          <p:nvPr>
            <p:ph idx="1" type="subTitle"/>
          </p:nvPr>
        </p:nvSpPr>
        <p:spPr>
          <a:xfrm>
            <a:off x="576949" y="1524000"/>
            <a:ext cx="85317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Segurança</a:t>
            </a:r>
            <a:br>
              <a:rPr lang="pt-BR" sz="2400"/>
            </a:br>
            <a:r>
              <a:rPr lang="pt-BR" sz="2400"/>
              <a:t>Escalabilidade</a:t>
            </a:r>
            <a:br>
              <a:rPr lang="pt-BR" sz="2400"/>
            </a:br>
            <a:r>
              <a:rPr lang="pt-BR" sz="2400"/>
              <a:t>Manutenção</a:t>
            </a:r>
            <a:br>
              <a:rPr lang="pt-BR" sz="2400"/>
            </a:br>
            <a:r>
              <a:rPr lang="pt-BR" sz="2400"/>
              <a:t>Migração</a:t>
            </a:r>
            <a:br>
              <a:rPr lang="pt-BR" sz="2400"/>
            </a:br>
            <a:r>
              <a:rPr lang="pt-BR" sz="2400"/>
              <a:t>Open Source no Google Cloud</a:t>
            </a:r>
            <a:br>
              <a:rPr lang="pt-BR" sz="2400"/>
            </a:br>
            <a:r>
              <a:rPr lang="pt-BR" sz="2400"/>
              <a:t>Soluções Híbridas</a:t>
            </a:r>
            <a:br>
              <a:rPr lang="pt-BR" sz="2400"/>
            </a:br>
            <a:br>
              <a:rPr lang="pt-BR"/>
            </a:br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"/>
          <p:cNvSpPr txBox="1"/>
          <p:nvPr>
            <p:ph type="ctrTitle"/>
          </p:nvPr>
        </p:nvSpPr>
        <p:spPr>
          <a:xfrm>
            <a:off x="544286" y="2235200"/>
            <a:ext cx="600891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4500"/>
              <a:buFont typeface="Calibri"/>
              <a:buNone/>
            </a:pPr>
            <a:r>
              <a:rPr lang="pt-BR"/>
              <a:t>Leitura - Documentação do DataFlow</a:t>
            </a:r>
            <a:endParaRPr b="1"/>
          </a:p>
        </p:txBody>
      </p:sp>
      <p:sp>
        <p:nvSpPr>
          <p:cNvPr id="317" name="Google Shape;317;p27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PERGUNTAS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"/>
          <p:cNvSpPr txBox="1"/>
          <p:nvPr>
            <p:ph type="ctrTitle"/>
          </p:nvPr>
        </p:nvSpPr>
        <p:spPr>
          <a:xfrm>
            <a:off x="572583" y="1861471"/>
            <a:ext cx="5926187" cy="2108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3200"/>
              <a:buFont typeface="Calibri"/>
              <a:buNone/>
            </a:pPr>
            <a:r>
              <a:rPr lang="pt-BR"/>
              <a:t>Dúvidas</a:t>
            </a:r>
            <a:endParaRPr/>
          </a:p>
        </p:txBody>
      </p:sp>
      <p:sp>
        <p:nvSpPr>
          <p:cNvPr id="323" name="Google Shape;323;p28"/>
          <p:cNvSpPr txBox="1"/>
          <p:nvPr>
            <p:ph idx="1" type="subTitle"/>
          </p:nvPr>
        </p:nvSpPr>
        <p:spPr>
          <a:xfrm>
            <a:off x="561698" y="4231651"/>
            <a:ext cx="5882642" cy="736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24" name="Google Shape;324;p28"/>
          <p:cNvSpPr/>
          <p:nvPr/>
        </p:nvSpPr>
        <p:spPr>
          <a:xfrm>
            <a:off x="14889194" y="473533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CITAÇÕES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"/>
          <p:cNvSpPr/>
          <p:nvPr/>
        </p:nvSpPr>
        <p:spPr>
          <a:xfrm>
            <a:off x="14889194" y="473533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DE ENCERRAMENTO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LIDE TEXTO CORRI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APA ENCERRAMENT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4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3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exto corrido 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2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