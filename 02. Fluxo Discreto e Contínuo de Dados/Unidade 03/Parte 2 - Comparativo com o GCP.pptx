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9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7" r:id="rId4"/>
    <p:sldMasterId id="2147483658" r:id="rId5"/>
    <p:sldMasterId id="2147483659" r:id="rId6"/>
    <p:sldMasterId id="2147483660" r:id="rId7"/>
    <p:sldMasterId id="2147483661" r:id="rId8"/>
    <p:sldMasterId id="2147483662" r:id="rId9"/>
    <p:sldMasterId id="2147483663" r:id="rId10"/>
    <p:sldMasterId id="2147483664" r:id="rId11"/>
    <p:sldMasterId id="2147483665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00">
          <p15:clr>
            <a:srgbClr val="000000"/>
          </p15:clr>
        </p15:guide>
        <p15:guide id="2" orient="horz" pos="3825">
          <p15:clr>
            <a:srgbClr val="000000"/>
          </p15:clr>
        </p15:guide>
        <p15:guide id="3" pos="7262">
          <p15:clr>
            <a:srgbClr val="000000"/>
          </p15:clr>
        </p15:guide>
        <p15:guide id="4" pos="425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00" orient="horz"/>
        <p:guide pos="3825" orient="horz"/>
        <p:guide pos="7262"/>
        <p:guide pos="42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7.xml"/><Relationship Id="rId22" Type="http://schemas.openxmlformats.org/officeDocument/2006/relationships/slide" Target="slides/slide9.xml"/><Relationship Id="rId21" Type="http://schemas.openxmlformats.org/officeDocument/2006/relationships/slide" Target="slides/slide8.xml"/><Relationship Id="rId24" Type="http://schemas.openxmlformats.org/officeDocument/2006/relationships/slide" Target="slides/slide11.xml"/><Relationship Id="rId23" Type="http://schemas.openxmlformats.org/officeDocument/2006/relationships/slide" Target="slides/slide10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26" Type="http://schemas.openxmlformats.org/officeDocument/2006/relationships/slide" Target="slides/slide13.xml"/><Relationship Id="rId25" Type="http://schemas.openxmlformats.org/officeDocument/2006/relationships/slide" Target="slides/slide12.xml"/><Relationship Id="rId28" Type="http://schemas.openxmlformats.org/officeDocument/2006/relationships/slide" Target="slides/slide15.xml"/><Relationship Id="rId27" Type="http://schemas.openxmlformats.org/officeDocument/2006/relationships/slide" Target="slides/slide14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11" Type="http://schemas.openxmlformats.org/officeDocument/2006/relationships/slideMaster" Target="slideMasters/slideMaster8.xml"/><Relationship Id="rId10" Type="http://schemas.openxmlformats.org/officeDocument/2006/relationships/slideMaster" Target="slideMasters/slideMaster7.xml"/><Relationship Id="rId13" Type="http://schemas.openxmlformats.org/officeDocument/2006/relationships/notesMaster" Target="notesMasters/notesMaster1.xml"/><Relationship Id="rId12" Type="http://schemas.openxmlformats.org/officeDocument/2006/relationships/slideMaster" Target="slideMasters/slideMaster9.xml"/><Relationship Id="rId15" Type="http://schemas.openxmlformats.org/officeDocument/2006/relationships/slide" Target="slides/slide2.xml"/><Relationship Id="rId14" Type="http://schemas.openxmlformats.org/officeDocument/2006/relationships/slide" Target="slides/slide1.xml"/><Relationship Id="rId17" Type="http://schemas.openxmlformats.org/officeDocument/2006/relationships/slide" Target="slides/slide4.xml"/><Relationship Id="rId16" Type="http://schemas.openxmlformats.org/officeDocument/2006/relationships/slide" Target="slides/slide3.xml"/><Relationship Id="rId19" Type="http://schemas.openxmlformats.org/officeDocument/2006/relationships/slide" Target="slides/slide6.xml"/><Relationship Id="rId18" Type="http://schemas.openxmlformats.org/officeDocument/2006/relationships/slide" Target="slides/slide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4f59b280d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4f59b280df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4f59b280d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4f59b280df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4f59b280d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4f59b280df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4f59b280d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4f59b280df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4f59b280d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4f59b280df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4f59b280d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4f59b280df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A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 txBox="1"/>
          <p:nvPr>
            <p:ph type="ctrTitle"/>
          </p:nvPr>
        </p:nvSpPr>
        <p:spPr>
          <a:xfrm>
            <a:off x="576938" y="2362200"/>
            <a:ext cx="6141720" cy="1158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2"/>
          <p:cNvSpPr txBox="1"/>
          <p:nvPr>
            <p:ph idx="1" type="subTitle"/>
          </p:nvPr>
        </p:nvSpPr>
        <p:spPr>
          <a:xfrm>
            <a:off x="561698" y="3429000"/>
            <a:ext cx="61569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1B2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A1B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>
        <p15:guide id="1" pos="46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PARAÇÃO DE CAPÍTULOS">
  <p:cSld name="SEPARAÇÃO DE CAPÍTULO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/>
          <p:nvPr>
            <p:ph type="ctrTitle"/>
          </p:nvPr>
        </p:nvSpPr>
        <p:spPr>
          <a:xfrm>
            <a:off x="576940" y="2232725"/>
            <a:ext cx="590931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TÓPICOS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 txBox="1"/>
          <p:nvPr>
            <p:ph type="ctrTitle"/>
          </p:nvPr>
        </p:nvSpPr>
        <p:spPr>
          <a:xfrm>
            <a:off x="568230" y="0"/>
            <a:ext cx="10012684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5" name="Google Shape;65;p6"/>
          <p:cNvSpPr txBox="1"/>
          <p:nvPr>
            <p:ph idx="1" type="subTitle"/>
          </p:nvPr>
        </p:nvSpPr>
        <p:spPr>
          <a:xfrm>
            <a:off x="522510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Char char="▪"/>
              <a:defRPr b="0" i="0" sz="3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exto corrido 2" type="title">
  <p:cSld name="TITLE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ctrTitle"/>
          </p:nvPr>
        </p:nvSpPr>
        <p:spPr>
          <a:xfrm>
            <a:off x="568230" y="0"/>
            <a:ext cx="10012684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5" name="Google Shape;85;p8"/>
          <p:cNvSpPr txBox="1"/>
          <p:nvPr>
            <p:ph idx="1" type="subTitle"/>
          </p:nvPr>
        </p:nvSpPr>
        <p:spPr>
          <a:xfrm>
            <a:off x="576940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  <a:defRPr b="0" i="0" sz="3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TEXTO CORRIDO" type="title">
  <p:cSld name="TITLE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 txBox="1"/>
          <p:nvPr>
            <p:ph type="ctrTitle"/>
          </p:nvPr>
        </p:nvSpPr>
        <p:spPr>
          <a:xfrm>
            <a:off x="568229" y="1"/>
            <a:ext cx="10284828" cy="1208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6" name="Google Shape;106;p10"/>
          <p:cNvSpPr txBox="1"/>
          <p:nvPr>
            <p:ph idx="1" type="subTitle"/>
          </p:nvPr>
        </p:nvSpPr>
        <p:spPr>
          <a:xfrm>
            <a:off x="576939" y="1447799"/>
            <a:ext cx="9448803" cy="4528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  <a:defRPr b="0" i="0" sz="35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IMAGENS E QUADRO">
  <p:cSld name="SLIDE IMAGENS E QUADRO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"/>
          <p:cNvSpPr txBox="1"/>
          <p:nvPr>
            <p:ph idx="1" type="subTitle"/>
          </p:nvPr>
        </p:nvSpPr>
        <p:spPr>
          <a:xfrm>
            <a:off x="1469570" y="5855398"/>
            <a:ext cx="9144000" cy="512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" name="Google Shape;139;p12"/>
          <p:cNvSpPr txBox="1"/>
          <p:nvPr>
            <p:ph type="ctrTitle"/>
          </p:nvPr>
        </p:nvSpPr>
        <p:spPr>
          <a:xfrm>
            <a:off x="1371599" y="1"/>
            <a:ext cx="9481457" cy="1208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PARA PERGUNTAS">
  <p:cSld name="SLIDE PARA PERGUNTAS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"/>
          <p:cNvSpPr txBox="1"/>
          <p:nvPr>
            <p:ph type="ctrTitle"/>
          </p:nvPr>
        </p:nvSpPr>
        <p:spPr>
          <a:xfrm>
            <a:off x="544286" y="2235200"/>
            <a:ext cx="600891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4500"/>
              <a:buFont typeface="Calibri"/>
              <a:buNone/>
              <a:defRPr b="1" i="0" sz="45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>
        <p15:guide id="1" orient="horz" pos="3657">
          <p15:clr>
            <a:srgbClr val="FBAE40"/>
          </p15:clr>
        </p15:guide>
        <p15:guide id="2" pos="483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CITAÇÃO" type="title">
  <p:cSld name="TITLE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"/>
          <p:cNvSpPr txBox="1"/>
          <p:nvPr>
            <p:ph type="ctrTitle"/>
          </p:nvPr>
        </p:nvSpPr>
        <p:spPr>
          <a:xfrm>
            <a:off x="572583" y="1861471"/>
            <a:ext cx="5926200" cy="21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3200"/>
              <a:buFont typeface="Calibri"/>
              <a:buNone/>
              <a:defRPr b="0" i="0" sz="32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7" name="Google Shape;177;p16"/>
          <p:cNvSpPr txBox="1"/>
          <p:nvPr>
            <p:ph idx="1" type="subTitle"/>
          </p:nvPr>
        </p:nvSpPr>
        <p:spPr>
          <a:xfrm>
            <a:off x="561698" y="4231651"/>
            <a:ext cx="58827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A ENCERRAMENTO">
  <p:cSld name="CAPA ENCERRAMENTO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png"/><Relationship Id="rId10" Type="http://schemas.openxmlformats.org/officeDocument/2006/relationships/image" Target="../media/image14.png"/><Relationship Id="rId13" Type="http://schemas.openxmlformats.org/officeDocument/2006/relationships/image" Target="../media/image3.png"/><Relationship Id="rId12" Type="http://schemas.openxmlformats.org/officeDocument/2006/relationships/image" Target="../media/image4.png"/><Relationship Id="rId1" Type="http://schemas.openxmlformats.org/officeDocument/2006/relationships/image" Target="../media/image2.png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0.png"/><Relationship Id="rId15" Type="http://schemas.openxmlformats.org/officeDocument/2006/relationships/theme" Target="../theme/theme4.xml"/><Relationship Id="rId14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1.png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10.png"/><Relationship Id="rId13" Type="http://schemas.openxmlformats.org/officeDocument/2006/relationships/image" Target="../media/image30.png"/><Relationship Id="rId12" Type="http://schemas.openxmlformats.org/officeDocument/2006/relationships/image" Target="../media/image7.png"/><Relationship Id="rId1" Type="http://schemas.openxmlformats.org/officeDocument/2006/relationships/image" Target="../media/image13.png"/><Relationship Id="rId2" Type="http://schemas.openxmlformats.org/officeDocument/2006/relationships/image" Target="../media/image12.png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6.pn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4.png"/><Relationship Id="rId16" Type="http://schemas.openxmlformats.org/officeDocument/2006/relationships/theme" Target="../theme/theme10.xml"/><Relationship Id="rId5" Type="http://schemas.openxmlformats.org/officeDocument/2006/relationships/image" Target="../media/image23.png"/><Relationship Id="rId6" Type="http://schemas.openxmlformats.org/officeDocument/2006/relationships/image" Target="../media/image20.png"/><Relationship Id="rId7" Type="http://schemas.openxmlformats.org/officeDocument/2006/relationships/image" Target="../media/image18.png"/><Relationship Id="rId8" Type="http://schemas.openxmlformats.org/officeDocument/2006/relationships/image" Target="../media/image15.png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29.png"/><Relationship Id="rId13" Type="http://schemas.openxmlformats.org/officeDocument/2006/relationships/image" Target="../media/image32.png"/><Relationship Id="rId12" Type="http://schemas.openxmlformats.org/officeDocument/2006/relationships/image" Target="../media/image27.png"/><Relationship Id="rId1" Type="http://schemas.openxmlformats.org/officeDocument/2006/relationships/image" Target="../media/image19.png"/><Relationship Id="rId2" Type="http://schemas.openxmlformats.org/officeDocument/2006/relationships/image" Target="../media/image33.png"/><Relationship Id="rId3" Type="http://schemas.openxmlformats.org/officeDocument/2006/relationships/image" Target="../media/image31.png"/><Relationship Id="rId4" Type="http://schemas.openxmlformats.org/officeDocument/2006/relationships/image" Target="../media/image21.png"/><Relationship Id="rId9" Type="http://schemas.openxmlformats.org/officeDocument/2006/relationships/image" Target="../media/image22.png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6" Type="http://schemas.openxmlformats.org/officeDocument/2006/relationships/image" Target="../media/image24.png"/><Relationship Id="rId7" Type="http://schemas.openxmlformats.org/officeDocument/2006/relationships/image" Target="../media/image17.png"/><Relationship Id="rId8" Type="http://schemas.openxmlformats.org/officeDocument/2006/relationships/image" Target="../media/image25.png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29.png"/><Relationship Id="rId13" Type="http://schemas.openxmlformats.org/officeDocument/2006/relationships/image" Target="../media/image32.png"/><Relationship Id="rId12" Type="http://schemas.openxmlformats.org/officeDocument/2006/relationships/image" Target="../media/image27.png"/><Relationship Id="rId1" Type="http://schemas.openxmlformats.org/officeDocument/2006/relationships/image" Target="../media/image19.png"/><Relationship Id="rId2" Type="http://schemas.openxmlformats.org/officeDocument/2006/relationships/image" Target="../media/image33.png"/><Relationship Id="rId3" Type="http://schemas.openxmlformats.org/officeDocument/2006/relationships/image" Target="../media/image31.png"/><Relationship Id="rId4" Type="http://schemas.openxmlformats.org/officeDocument/2006/relationships/image" Target="../media/image21.png"/><Relationship Id="rId9" Type="http://schemas.openxmlformats.org/officeDocument/2006/relationships/image" Target="../media/image22.png"/><Relationship Id="rId15" Type="http://schemas.openxmlformats.org/officeDocument/2006/relationships/theme" Target="../theme/theme8.xml"/><Relationship Id="rId14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6" Type="http://schemas.openxmlformats.org/officeDocument/2006/relationships/image" Target="../media/image24.png"/><Relationship Id="rId7" Type="http://schemas.openxmlformats.org/officeDocument/2006/relationships/image" Target="../media/image17.png"/><Relationship Id="rId8" Type="http://schemas.openxmlformats.org/officeDocument/2006/relationships/image" Target="../media/image25.png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6.png"/><Relationship Id="rId10" Type="http://schemas.openxmlformats.org/officeDocument/2006/relationships/image" Target="../media/image39.png"/><Relationship Id="rId13" Type="http://schemas.openxmlformats.org/officeDocument/2006/relationships/image" Target="../media/image28.png"/><Relationship Id="rId12" Type="http://schemas.openxmlformats.org/officeDocument/2006/relationships/image" Target="../media/image27.png"/><Relationship Id="rId1" Type="http://schemas.openxmlformats.org/officeDocument/2006/relationships/image" Target="../media/image34.png"/><Relationship Id="rId2" Type="http://schemas.openxmlformats.org/officeDocument/2006/relationships/image" Target="../media/image46.png"/><Relationship Id="rId3" Type="http://schemas.openxmlformats.org/officeDocument/2006/relationships/image" Target="../media/image45.png"/><Relationship Id="rId4" Type="http://schemas.openxmlformats.org/officeDocument/2006/relationships/image" Target="../media/image35.png"/><Relationship Id="rId9" Type="http://schemas.openxmlformats.org/officeDocument/2006/relationships/image" Target="../media/image61.png"/><Relationship Id="rId15" Type="http://schemas.openxmlformats.org/officeDocument/2006/relationships/image" Target="../media/image47.png"/><Relationship Id="rId14" Type="http://schemas.openxmlformats.org/officeDocument/2006/relationships/image" Target="../media/image42.png"/><Relationship Id="rId17" Type="http://schemas.openxmlformats.org/officeDocument/2006/relationships/theme" Target="../theme/theme6.xml"/><Relationship Id="rId16" Type="http://schemas.openxmlformats.org/officeDocument/2006/relationships/slideLayout" Target="../slideLayouts/slideLayout5.xml"/><Relationship Id="rId5" Type="http://schemas.openxmlformats.org/officeDocument/2006/relationships/image" Target="../media/image38.png"/><Relationship Id="rId6" Type="http://schemas.openxmlformats.org/officeDocument/2006/relationships/image" Target="../media/image37.png"/><Relationship Id="rId7" Type="http://schemas.openxmlformats.org/officeDocument/2006/relationships/image" Target="../media/image44.png"/><Relationship Id="rId8" Type="http://schemas.openxmlformats.org/officeDocument/2006/relationships/image" Target="../media/image43.png"/></Relationships>
</file>

<file path=ppt/slideMasters/_rels/slideMaster6.xml.rels><?xml version="1.0" encoding="UTF-8" standalone="yes"?><Relationships xmlns="http://schemas.openxmlformats.org/package/2006/relationships"><Relationship Id="rId20" Type="http://schemas.openxmlformats.org/officeDocument/2006/relationships/image" Target="../media/image60.png"/><Relationship Id="rId11" Type="http://schemas.openxmlformats.org/officeDocument/2006/relationships/image" Target="../media/image50.png"/><Relationship Id="rId22" Type="http://schemas.openxmlformats.org/officeDocument/2006/relationships/image" Target="../media/image67.png"/><Relationship Id="rId10" Type="http://schemas.openxmlformats.org/officeDocument/2006/relationships/image" Target="../media/image66.png"/><Relationship Id="rId21" Type="http://schemas.openxmlformats.org/officeDocument/2006/relationships/image" Target="../media/image62.png"/><Relationship Id="rId13" Type="http://schemas.openxmlformats.org/officeDocument/2006/relationships/image" Target="../media/image57.png"/><Relationship Id="rId24" Type="http://schemas.openxmlformats.org/officeDocument/2006/relationships/theme" Target="../theme/theme3.xml"/><Relationship Id="rId12" Type="http://schemas.openxmlformats.org/officeDocument/2006/relationships/image" Target="../media/image51.png"/><Relationship Id="rId23" Type="http://schemas.openxmlformats.org/officeDocument/2006/relationships/slideLayout" Target="../slideLayouts/slideLayout6.xml"/><Relationship Id="rId1" Type="http://schemas.openxmlformats.org/officeDocument/2006/relationships/image" Target="../media/image2.png"/><Relationship Id="rId2" Type="http://schemas.openxmlformats.org/officeDocument/2006/relationships/image" Target="../media/image54.png"/><Relationship Id="rId3" Type="http://schemas.openxmlformats.org/officeDocument/2006/relationships/image" Target="../media/image47.png"/><Relationship Id="rId4" Type="http://schemas.openxmlformats.org/officeDocument/2006/relationships/image" Target="../media/image49.png"/><Relationship Id="rId9" Type="http://schemas.openxmlformats.org/officeDocument/2006/relationships/image" Target="../media/image52.png"/><Relationship Id="rId15" Type="http://schemas.openxmlformats.org/officeDocument/2006/relationships/image" Target="../media/image59.png"/><Relationship Id="rId14" Type="http://schemas.openxmlformats.org/officeDocument/2006/relationships/image" Target="../media/image53.png"/><Relationship Id="rId17" Type="http://schemas.openxmlformats.org/officeDocument/2006/relationships/image" Target="../media/image58.png"/><Relationship Id="rId16" Type="http://schemas.openxmlformats.org/officeDocument/2006/relationships/image" Target="../media/image56.png"/><Relationship Id="rId5" Type="http://schemas.openxmlformats.org/officeDocument/2006/relationships/image" Target="../media/image41.png"/><Relationship Id="rId19" Type="http://schemas.openxmlformats.org/officeDocument/2006/relationships/image" Target="../media/image28.png"/><Relationship Id="rId6" Type="http://schemas.openxmlformats.org/officeDocument/2006/relationships/image" Target="../media/image55.png"/><Relationship Id="rId18" Type="http://schemas.openxmlformats.org/officeDocument/2006/relationships/image" Target="../media/image73.png"/><Relationship Id="rId7" Type="http://schemas.openxmlformats.org/officeDocument/2006/relationships/image" Target="../media/image40.png"/><Relationship Id="rId8" Type="http://schemas.openxmlformats.org/officeDocument/2006/relationships/image" Target="../media/image48.png"/></Relationships>
</file>

<file path=ppt/slideMasters/_rels/slideMaster7.xml.rels><?xml version="1.0" encoding="UTF-8" standalone="yes"?><Relationships xmlns="http://schemas.openxmlformats.org/package/2006/relationships"><Relationship Id="rId11" Type="http://schemas.openxmlformats.org/officeDocument/2006/relationships/image" Target="../media/image68.png"/><Relationship Id="rId10" Type="http://schemas.openxmlformats.org/officeDocument/2006/relationships/image" Target="../media/image4.png"/><Relationship Id="rId13" Type="http://schemas.openxmlformats.org/officeDocument/2006/relationships/image" Target="../media/image69.png"/><Relationship Id="rId12" Type="http://schemas.openxmlformats.org/officeDocument/2006/relationships/image" Target="../media/image70.png"/><Relationship Id="rId1" Type="http://schemas.openxmlformats.org/officeDocument/2006/relationships/image" Target="../media/image13.png"/><Relationship Id="rId2" Type="http://schemas.openxmlformats.org/officeDocument/2006/relationships/image" Target="../media/image12.png"/><Relationship Id="rId3" Type="http://schemas.openxmlformats.org/officeDocument/2006/relationships/image" Target="../media/image11.png"/><Relationship Id="rId4" Type="http://schemas.openxmlformats.org/officeDocument/2006/relationships/image" Target="../media/image64.png"/><Relationship Id="rId9" Type="http://schemas.openxmlformats.org/officeDocument/2006/relationships/image" Target="../media/image30.png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Relationship Id="rId8" Type="http://schemas.openxmlformats.org/officeDocument/2006/relationships/image" Target="../media/image7.png"/></Relationships>
</file>

<file path=ppt/slideMasters/_rels/slideMaster8.xml.rels><?xml version="1.0" encoding="UTF-8" standalone="yes"?><Relationships xmlns="http://schemas.openxmlformats.org/package/2006/relationships"><Relationship Id="rId11" Type="http://schemas.openxmlformats.org/officeDocument/2006/relationships/image" Target="../media/image75.png"/><Relationship Id="rId10" Type="http://schemas.openxmlformats.org/officeDocument/2006/relationships/image" Target="../media/image74.png"/><Relationship Id="rId13" Type="http://schemas.openxmlformats.org/officeDocument/2006/relationships/slideLayout" Target="../slideLayouts/slideLayout8.xml"/><Relationship Id="rId12" Type="http://schemas.openxmlformats.org/officeDocument/2006/relationships/image" Target="../media/image80.png"/><Relationship Id="rId1" Type="http://schemas.openxmlformats.org/officeDocument/2006/relationships/image" Target="../media/image13.png"/><Relationship Id="rId2" Type="http://schemas.openxmlformats.org/officeDocument/2006/relationships/image" Target="../media/image11.png"/><Relationship Id="rId3" Type="http://schemas.openxmlformats.org/officeDocument/2006/relationships/image" Target="../media/image65.png"/><Relationship Id="rId4" Type="http://schemas.openxmlformats.org/officeDocument/2006/relationships/image" Target="../media/image71.png"/><Relationship Id="rId9" Type="http://schemas.openxmlformats.org/officeDocument/2006/relationships/image" Target="../media/image4.png"/><Relationship Id="rId14" Type="http://schemas.openxmlformats.org/officeDocument/2006/relationships/theme" Target="../theme/theme7.xml"/><Relationship Id="rId5" Type="http://schemas.openxmlformats.org/officeDocument/2006/relationships/image" Target="../media/image72.png"/><Relationship Id="rId6" Type="http://schemas.openxmlformats.org/officeDocument/2006/relationships/image" Target="../media/image96.png"/><Relationship Id="rId7" Type="http://schemas.openxmlformats.org/officeDocument/2006/relationships/image" Target="../media/image10.png"/><Relationship Id="rId8" Type="http://schemas.openxmlformats.org/officeDocument/2006/relationships/image" Target="../media/image30.png"/></Relationships>
</file>

<file path=ppt/slideMasters/_rels/slideMaster9.xml.rels><?xml version="1.0" encoding="UTF-8" standalone="yes"?><Relationships xmlns="http://schemas.openxmlformats.org/package/2006/relationships"><Relationship Id="rId20" Type="http://schemas.openxmlformats.org/officeDocument/2006/relationships/image" Target="../media/image93.png"/><Relationship Id="rId11" Type="http://schemas.openxmlformats.org/officeDocument/2006/relationships/image" Target="../media/image91.png"/><Relationship Id="rId22" Type="http://schemas.openxmlformats.org/officeDocument/2006/relationships/theme" Target="../theme/theme9.xml"/><Relationship Id="rId10" Type="http://schemas.openxmlformats.org/officeDocument/2006/relationships/image" Target="../media/image78.png"/><Relationship Id="rId21" Type="http://schemas.openxmlformats.org/officeDocument/2006/relationships/slideLayout" Target="../slideLayouts/slideLayout9.xml"/><Relationship Id="rId13" Type="http://schemas.openxmlformats.org/officeDocument/2006/relationships/image" Target="../media/image27.png"/><Relationship Id="rId12" Type="http://schemas.openxmlformats.org/officeDocument/2006/relationships/image" Target="../media/image10.png"/><Relationship Id="rId1" Type="http://schemas.openxmlformats.org/officeDocument/2006/relationships/image" Target="../media/image79.png"/><Relationship Id="rId2" Type="http://schemas.openxmlformats.org/officeDocument/2006/relationships/image" Target="../media/image76.png"/><Relationship Id="rId3" Type="http://schemas.openxmlformats.org/officeDocument/2006/relationships/image" Target="../media/image83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Relationship Id="rId15" Type="http://schemas.openxmlformats.org/officeDocument/2006/relationships/image" Target="../media/image89.png"/><Relationship Id="rId14" Type="http://schemas.openxmlformats.org/officeDocument/2006/relationships/image" Target="../media/image29.png"/><Relationship Id="rId17" Type="http://schemas.openxmlformats.org/officeDocument/2006/relationships/image" Target="../media/image14.png"/><Relationship Id="rId16" Type="http://schemas.openxmlformats.org/officeDocument/2006/relationships/image" Target="../media/image47.png"/><Relationship Id="rId5" Type="http://schemas.openxmlformats.org/officeDocument/2006/relationships/image" Target="../media/image92.png"/><Relationship Id="rId19" Type="http://schemas.openxmlformats.org/officeDocument/2006/relationships/image" Target="../media/image4.png"/><Relationship Id="rId6" Type="http://schemas.openxmlformats.org/officeDocument/2006/relationships/image" Target="../media/image86.png"/><Relationship Id="rId18" Type="http://schemas.openxmlformats.org/officeDocument/2006/relationships/image" Target="../media/image30.png"/><Relationship Id="rId7" Type="http://schemas.openxmlformats.org/officeDocument/2006/relationships/image" Target="../media/image77.png"/><Relationship Id="rId8" Type="http://schemas.openxmlformats.org/officeDocument/2006/relationships/image" Target="../media/image88.png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2450" y="1901825"/>
            <a:ext cx="6559550" cy="305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72300" y="1082675"/>
            <a:ext cx="47244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83500" y="2124075"/>
            <a:ext cx="3308350" cy="3028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8166100" y="1577975"/>
            <a:ext cx="2343150" cy="2584450"/>
            <a:chOff x="8166100" y="1047750"/>
            <a:chExt cx="2343150" cy="2584450"/>
          </a:xfrm>
        </p:grpSpPr>
        <p:pic>
          <p:nvPicPr>
            <p:cNvPr id="12" name="Google Shape;12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166100" y="1593850"/>
              <a:ext cx="2343150" cy="2038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3;p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378825" y="1047750"/>
              <a:ext cx="1917700" cy="2565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" name="Google Shape;14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51875" y="1958975"/>
            <a:ext cx="1371600" cy="20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85050" y="237172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88200" y="51720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614150" y="498792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334750" y="17049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956550" y="13493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176000" y="5197475"/>
            <a:ext cx="3175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055350" y="1349375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346950" y="4791075"/>
            <a:ext cx="241300" cy="241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6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32450" y="1901825"/>
            <a:ext cx="6559550" cy="305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2300" y="1082675"/>
            <a:ext cx="47244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5700" y="2435225"/>
            <a:ext cx="3568700" cy="212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8350" y="1958975"/>
            <a:ext cx="1809750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36000" y="2206625"/>
            <a:ext cx="577850" cy="57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42550" y="2219325"/>
            <a:ext cx="590550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83750" y="2536825"/>
            <a:ext cx="273050" cy="168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58150" y="3190875"/>
            <a:ext cx="80645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70750" y="18192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88200" y="51720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417300" y="50323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531600" y="213042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851650" y="19018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499850" y="4670425"/>
            <a:ext cx="3175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696700" y="220027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851650" y="5356225"/>
            <a:ext cx="241300" cy="241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5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753600" y="4356100"/>
            <a:ext cx="243840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14050" y="2476500"/>
            <a:ext cx="137795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04650" y="841375"/>
            <a:ext cx="38735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5850" y="4864100"/>
            <a:ext cx="946150" cy="198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9100" y="5162550"/>
            <a:ext cx="130175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34750" y="2851150"/>
            <a:ext cx="8572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83900" y="3143250"/>
            <a:ext cx="10160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96550" y="6153150"/>
            <a:ext cx="14668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63350" y="1837870"/>
            <a:ext cx="69850" cy="6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71150" y="635000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96550" y="509905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91800" y="49847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449050" y="457200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303000" y="185692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506200" y="43434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236200" y="6197600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753600" y="4356100"/>
            <a:ext cx="243840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14050" y="2476500"/>
            <a:ext cx="137795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04650" y="841375"/>
            <a:ext cx="38735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5850" y="4864100"/>
            <a:ext cx="946150" cy="198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9100" y="5162550"/>
            <a:ext cx="130175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34750" y="2851150"/>
            <a:ext cx="8572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83900" y="3143250"/>
            <a:ext cx="10160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96550" y="6153150"/>
            <a:ext cx="14668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63350" y="1837870"/>
            <a:ext cx="69850" cy="6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71150" y="635000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96550" y="509905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91800" y="49847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449050" y="457200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303000" y="185692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506200" y="43434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236200" y="6197600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12700"/>
            <a:ext cx="12192000" cy="58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15550" y="1562100"/>
            <a:ext cx="2076450" cy="461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0" y="3644900"/>
            <a:ext cx="1295400" cy="32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47350" y="5651500"/>
            <a:ext cx="787400" cy="12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45850" y="2324100"/>
            <a:ext cx="9461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1650" y="3028950"/>
            <a:ext cx="1225550" cy="84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728450" y="622300"/>
            <a:ext cx="463550" cy="48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731500" y="4044950"/>
            <a:ext cx="165100" cy="1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131550" y="2146300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709400" y="1358900"/>
            <a:ext cx="88900" cy="8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687050" y="2908300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687050" y="422910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087100" y="230505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788650" y="29908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382250" y="540385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356850" y="55562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585450" y="5416550"/>
            <a:ext cx="38100" cy="381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6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450" y="4381500"/>
            <a:ext cx="38100" cy="38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-64394" y="-63500"/>
            <a:ext cx="12320788" cy="3644900"/>
            <a:chOff x="0" y="0"/>
            <a:chExt cx="12192000" cy="3606800"/>
          </a:xfrm>
        </p:grpSpPr>
        <p:pic>
          <p:nvPicPr>
            <p:cNvPr id="112" name="Google Shape;112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58950" y="0"/>
              <a:ext cx="10433050" cy="3606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10420350" cy="36068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4" name="Google Shape;11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47250" y="2842683"/>
            <a:ext cx="1390650" cy="132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96600" y="1079500"/>
            <a:ext cx="831850" cy="7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46016" y="2349500"/>
            <a:ext cx="7239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1850" y="3390900"/>
            <a:ext cx="1263650" cy="12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333064" y="3972983"/>
            <a:ext cx="1282700" cy="157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92100" y="4413250"/>
            <a:ext cx="2165350" cy="252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58750" y="895350"/>
            <a:ext cx="108585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217150" y="5448300"/>
            <a:ext cx="1835150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93962" y="3336925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1289661" y="3051175"/>
            <a:ext cx="120650" cy="12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1031179" y="2563283"/>
            <a:ext cx="95250" cy="10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1552617" y="3832045"/>
            <a:ext cx="95250" cy="10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46114" y="4386262"/>
            <a:ext cx="12065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352550" y="1771650"/>
            <a:ext cx="107950" cy="10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312" y="3317875"/>
            <a:ext cx="38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479550" y="17462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913012" y="3502025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69914" y="4360862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1005779" y="2741083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257911" y="3184525"/>
            <a:ext cx="31750" cy="3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685967" y="3959045"/>
            <a:ext cx="31750" cy="3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1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1709400" y="2870200"/>
            <a:ext cx="19050" cy="1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1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368983" y="-196850"/>
            <a:ext cx="9474200" cy="71310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23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32450" y="1371600"/>
            <a:ext cx="6559550" cy="305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2300" y="1066800"/>
            <a:ext cx="47244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57231" y="1565532"/>
            <a:ext cx="2241550" cy="353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92950" y="4718050"/>
            <a:ext cx="24892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88200" y="159385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00950" y="546100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39500" y="533400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55350" y="155575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64350" y="13271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347450" y="5054600"/>
            <a:ext cx="3175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137900" y="12954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70750" y="5302250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092950" y="1952625"/>
            <a:ext cx="225425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99500" y="2762250"/>
            <a:ext cx="2628900" cy="212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890000" y="2971800"/>
            <a:ext cx="2247900" cy="12890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72300" y="1066800"/>
            <a:ext cx="47244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31350" y="2057400"/>
            <a:ext cx="1187450" cy="172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2900" y="2057400"/>
            <a:ext cx="1187450" cy="172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9750" y="4184650"/>
            <a:ext cx="2374900" cy="92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04150" y="3194050"/>
            <a:ext cx="3092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07400" y="1644650"/>
            <a:ext cx="1911350" cy="22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00950" y="546100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055350" y="155575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137900" y="12954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70750" y="5302250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023100" y="1308100"/>
            <a:ext cx="7937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17500" y="2374900"/>
            <a:ext cx="1117600" cy="10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454650" y="4324350"/>
            <a:ext cx="1117600" cy="10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10800000">
            <a:off x="11225530" y="3955339"/>
            <a:ext cx="793750" cy="762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3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582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0750" y="952500"/>
            <a:ext cx="9721850" cy="446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4700" y="2476500"/>
            <a:ext cx="194945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1750" y="2794000"/>
            <a:ext cx="252730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3450" y="863600"/>
            <a:ext cx="21399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52000" y="4476750"/>
            <a:ext cx="1962150" cy="132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55950" y="1543050"/>
            <a:ext cx="5791200" cy="427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13200" y="571500"/>
            <a:ext cx="414655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87700" y="4311650"/>
            <a:ext cx="1568450" cy="149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34450" y="5099050"/>
            <a:ext cx="120650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28000" y="4127500"/>
            <a:ext cx="111125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271000" y="117475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226550" y="90805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676400" y="270510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625600" y="222250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060950" y="1511300"/>
            <a:ext cx="2171700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1544300" y="1797050"/>
            <a:ext cx="38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832850" y="990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1645900" y="19050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758950" y="2355850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0217150" y="4006850"/>
            <a:ext cx="647700" cy="9207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21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0.png"/><Relationship Id="rId4" Type="http://schemas.openxmlformats.org/officeDocument/2006/relationships/image" Target="../media/image85.png"/><Relationship Id="rId5" Type="http://schemas.openxmlformats.org/officeDocument/2006/relationships/image" Target="../media/image84.jpg"/><Relationship Id="rId6" Type="http://schemas.openxmlformats.org/officeDocument/2006/relationships/image" Target="../media/image81.png"/><Relationship Id="rId7" Type="http://schemas.openxmlformats.org/officeDocument/2006/relationships/image" Target="../media/image9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"/>
          <p:cNvSpPr txBox="1"/>
          <p:nvPr>
            <p:ph type="ctrTitle"/>
          </p:nvPr>
        </p:nvSpPr>
        <p:spPr>
          <a:xfrm>
            <a:off x="561700" y="2679575"/>
            <a:ext cx="7082700" cy="8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Arquiteturas de FCDs e Armazenamento</a:t>
            </a:r>
            <a:endParaRPr/>
          </a:p>
        </p:txBody>
      </p:sp>
      <p:sp>
        <p:nvSpPr>
          <p:cNvPr id="206" name="Google Shape;206;p19"/>
          <p:cNvSpPr txBox="1"/>
          <p:nvPr>
            <p:ph idx="1" type="subTitle"/>
          </p:nvPr>
        </p:nvSpPr>
        <p:spPr>
          <a:xfrm>
            <a:off x="561700" y="3752850"/>
            <a:ext cx="65571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2500"/>
              <a:buNone/>
            </a:pPr>
            <a:r>
              <a:rPr lang="pt-BR"/>
              <a:t>Pedro Kássio Ribeiro Matos Loureiro de Carvalho</a:t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14095988" y="2133496"/>
            <a:ext cx="3580222" cy="1033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CAPA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 txBox="1"/>
          <p:nvPr>
            <p:ph type="ctrTitle"/>
          </p:nvPr>
        </p:nvSpPr>
        <p:spPr>
          <a:xfrm>
            <a:off x="559520" y="2231636"/>
            <a:ext cx="590931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Armazenamento</a:t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14167420" y="1725837"/>
            <a:ext cx="4057842" cy="173225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SEPARAR CAPÍTULO/ TÓPICO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/>
          <p:cNvSpPr txBox="1"/>
          <p:nvPr>
            <p:ph type="ctrTitle"/>
          </p:nvPr>
        </p:nvSpPr>
        <p:spPr>
          <a:xfrm>
            <a:off x="620256" y="469688"/>
            <a:ext cx="109515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Ferramentas para Armazenamento de Dados</a:t>
            </a:r>
            <a:br>
              <a:rPr lang="pt-BR"/>
            </a:br>
            <a:endParaRPr/>
          </a:p>
        </p:txBody>
      </p:sp>
      <p:sp>
        <p:nvSpPr>
          <p:cNvPr id="219" name="Google Shape;219;p21"/>
          <p:cNvSpPr txBox="1"/>
          <p:nvPr>
            <p:ph idx="1" type="subTitle"/>
          </p:nvPr>
        </p:nvSpPr>
        <p:spPr>
          <a:xfrm>
            <a:off x="544282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42875" lvl="0" marL="358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rPr lang="pt-BR" sz="2200"/>
              <a:t>Existem diversos bancos de dados NoSQL e em diversos formatos diferentes:</a:t>
            </a:r>
            <a:br>
              <a:rPr lang="pt-BR" sz="2200"/>
            </a:br>
            <a:br>
              <a:rPr lang="pt-BR" sz="2200"/>
            </a:br>
            <a:r>
              <a:rPr lang="pt-BR" sz="2200"/>
              <a:t>Famílias de colunas:</a:t>
            </a:r>
            <a:br>
              <a:rPr lang="pt-BR" sz="2200"/>
            </a:br>
            <a:r>
              <a:rPr lang="pt-BR" sz="2200"/>
              <a:t>HBASE</a:t>
            </a:r>
            <a:br>
              <a:rPr lang="pt-BR" sz="2200"/>
            </a:br>
            <a:r>
              <a:rPr lang="pt-BR" sz="2200"/>
              <a:t>Cassandra</a:t>
            </a:r>
            <a:br>
              <a:rPr lang="pt-BR" sz="2200"/>
            </a:br>
            <a:r>
              <a:rPr lang="pt-BR" sz="2200"/>
              <a:t>BigTable</a:t>
            </a:r>
            <a:br>
              <a:rPr lang="pt-BR" sz="2200"/>
            </a:br>
            <a:br>
              <a:rPr lang="pt-BR" sz="2200"/>
            </a:br>
            <a:r>
              <a:rPr lang="pt-BR" sz="2200"/>
              <a:t>Chave-valor:</a:t>
            </a:r>
            <a:br>
              <a:rPr lang="pt-BR" sz="2200"/>
            </a:br>
            <a:r>
              <a:rPr lang="pt-BR" sz="2200"/>
              <a:t>Redis</a:t>
            </a:r>
            <a:br>
              <a:rPr lang="pt-BR" sz="2200"/>
            </a:br>
            <a:br>
              <a:rPr lang="pt-BR" sz="2200"/>
            </a:br>
            <a:r>
              <a:rPr lang="pt-BR" sz="2200"/>
              <a:t>Documentos:</a:t>
            </a:r>
            <a:br>
              <a:rPr lang="pt-BR" sz="2200"/>
            </a:br>
            <a:r>
              <a:rPr lang="pt-BR" sz="2200"/>
              <a:t>MongoDB</a:t>
            </a:r>
            <a:br>
              <a:rPr lang="pt-BR" sz="2200"/>
            </a:br>
            <a:endParaRPr sz="2200"/>
          </a:p>
        </p:txBody>
      </p:sp>
      <p:sp>
        <p:nvSpPr>
          <p:cNvPr id="220" name="Google Shape;220;p21"/>
          <p:cNvSpPr/>
          <p:nvPr/>
        </p:nvSpPr>
        <p:spPr>
          <a:xfrm>
            <a:off x="14167420" y="1725837"/>
            <a:ext cx="4057842" cy="173225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TÓPICOS</a:t>
            </a:r>
            <a:endParaRPr/>
          </a:p>
        </p:txBody>
      </p:sp>
      <p:pic>
        <p:nvPicPr>
          <p:cNvPr descr="Resultado de imagem para HBAse" id="221" name="Google Shape;2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0062" y="2708275"/>
            <a:ext cx="1462087" cy="9498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m para Cassandra" id="222" name="Google Shape;22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4662" y="3573462"/>
            <a:ext cx="1155699" cy="7733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m para google bigtable" id="223" name="Google Shape;22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2025" y="3357562"/>
            <a:ext cx="1112837" cy="111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m para apache redis" id="224" name="Google Shape;22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56112" y="4830762"/>
            <a:ext cx="1947570" cy="6570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m para mongoDB" id="225" name="Google Shape;22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80212" y="4830762"/>
            <a:ext cx="1614422" cy="440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 txBox="1"/>
          <p:nvPr>
            <p:ph type="ctrTitle"/>
          </p:nvPr>
        </p:nvSpPr>
        <p:spPr>
          <a:xfrm>
            <a:off x="576955" y="67600"/>
            <a:ext cx="100128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Ferramentas para Armazenamento de Dados</a:t>
            </a:r>
            <a:endParaRPr/>
          </a:p>
        </p:txBody>
      </p:sp>
      <p:sp>
        <p:nvSpPr>
          <p:cNvPr id="231" name="Google Shape;231;p22"/>
          <p:cNvSpPr txBox="1"/>
          <p:nvPr>
            <p:ph idx="1" type="subTitle"/>
          </p:nvPr>
        </p:nvSpPr>
        <p:spPr>
          <a:xfrm>
            <a:off x="576949" y="1524000"/>
            <a:ext cx="85317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rPr lang="pt-BR" sz="2400"/>
              <a:t>Os mais utilizados no mercado são os bancos baseados em famílias de colunas, pois eles possuem uma estrutura de armazenamento sem schema e muito adaptável</a:t>
            </a:r>
            <a:br>
              <a:rPr lang="pt-BR" sz="2400"/>
            </a:br>
            <a:br>
              <a:rPr lang="pt-BR" sz="2400"/>
            </a:br>
            <a:r>
              <a:rPr lang="pt-BR" sz="2400"/>
              <a:t>Os bancos como o Redis também são muito interessantes, pois podem trabalhar em memória, melhorando muito o tempo de resposta</a:t>
            </a:r>
            <a:br>
              <a:rPr lang="pt-BR"/>
            </a:br>
            <a:endParaRPr/>
          </a:p>
        </p:txBody>
      </p:sp>
      <p:sp>
        <p:nvSpPr>
          <p:cNvPr id="232" name="Google Shape;232;p22"/>
          <p:cNvSpPr/>
          <p:nvPr/>
        </p:nvSpPr>
        <p:spPr>
          <a:xfrm>
            <a:off x="14889194" y="1652109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"/>
          <p:cNvSpPr txBox="1"/>
          <p:nvPr>
            <p:ph type="ctrTitle"/>
          </p:nvPr>
        </p:nvSpPr>
        <p:spPr>
          <a:xfrm>
            <a:off x="576954" y="520824"/>
            <a:ext cx="109602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Pipelines para processamento de dados Real Time</a:t>
            </a:r>
            <a:br>
              <a:rPr lang="pt-BR"/>
            </a:br>
            <a:endParaRPr/>
          </a:p>
        </p:txBody>
      </p:sp>
      <p:sp>
        <p:nvSpPr>
          <p:cNvPr id="238" name="Google Shape;238;p23"/>
          <p:cNvSpPr txBox="1"/>
          <p:nvPr>
            <p:ph idx="1" type="subTitle"/>
          </p:nvPr>
        </p:nvSpPr>
        <p:spPr>
          <a:xfrm>
            <a:off x="576949" y="1447800"/>
            <a:ext cx="8715300" cy="45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r>
              <a:rPr lang="pt-BR" sz="2400"/>
              <a:t>O pipeline deve ser composto pelas estruturas básicas informadas anteriormente, compondo assim a camada rápida, ou fast layer, como é normalmente conhecida no mercado</a:t>
            </a:r>
            <a:br>
              <a:rPr lang="pt-BR" sz="2400"/>
            </a:br>
            <a:br>
              <a:rPr lang="pt-BR" sz="2400"/>
            </a:br>
            <a:r>
              <a:rPr lang="pt-BR" sz="2400"/>
              <a:t>Algumas opções diferentes de pipelines podem ser montadas, conforme veremos a seguir</a:t>
            </a:r>
            <a:br>
              <a:rPr lang="pt-BR" sz="2400"/>
            </a:br>
            <a:br>
              <a:rPr lang="pt-BR" sz="2400"/>
            </a:br>
            <a:r>
              <a:rPr lang="pt-BR" sz="2400"/>
              <a:t>A entrada de dados pode ser feita pelo flume ou até mesmo pela utilização de algum serviço externo</a:t>
            </a:r>
            <a:br>
              <a:rPr lang="pt-BR" sz="2400"/>
            </a:br>
            <a:endParaRPr sz="2400"/>
          </a:p>
        </p:txBody>
      </p:sp>
      <p:sp>
        <p:nvSpPr>
          <p:cNvPr id="239" name="Google Shape;239;p23"/>
          <p:cNvSpPr/>
          <p:nvPr/>
        </p:nvSpPr>
        <p:spPr>
          <a:xfrm>
            <a:off x="14889194" y="1652109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4"/>
          <p:cNvSpPr txBox="1"/>
          <p:nvPr>
            <p:ph type="ctrTitle"/>
          </p:nvPr>
        </p:nvSpPr>
        <p:spPr>
          <a:xfrm>
            <a:off x="576954" y="520824"/>
            <a:ext cx="109602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Pipelines para processamento de dados Real Time</a:t>
            </a:r>
            <a:br>
              <a:rPr lang="pt-BR"/>
            </a:br>
            <a:endParaRPr/>
          </a:p>
        </p:txBody>
      </p:sp>
      <p:sp>
        <p:nvSpPr>
          <p:cNvPr id="245" name="Google Shape;245;p24"/>
          <p:cNvSpPr txBox="1"/>
          <p:nvPr>
            <p:ph idx="1" type="subTitle"/>
          </p:nvPr>
        </p:nvSpPr>
        <p:spPr>
          <a:xfrm>
            <a:off x="576949" y="1447800"/>
            <a:ext cx="8715300" cy="45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r>
              <a:rPr lang="pt-BR" sz="2400"/>
              <a:t>O pipeline deve ser composto pelas estruturas básicas informadas anteriormente, compondo assim a camada rápida, ou fast layer, como é normalmente conhecida no mercado</a:t>
            </a:r>
            <a:br>
              <a:rPr lang="pt-BR" sz="2400"/>
            </a:br>
            <a:br>
              <a:rPr lang="pt-BR" sz="2400"/>
            </a:br>
            <a:r>
              <a:rPr lang="pt-BR" sz="2400"/>
              <a:t>Algumas opções diferentes de pipelines podem ser montadas, conforme veremos a seguir</a:t>
            </a:r>
            <a:br>
              <a:rPr lang="pt-BR" sz="2400"/>
            </a:br>
            <a:br>
              <a:rPr lang="pt-BR" sz="2400"/>
            </a:br>
            <a:r>
              <a:rPr lang="pt-BR" sz="2400"/>
              <a:t>A entrada de dados pode ser feita pelo flume ou até mesmo pela utilização de algum serviço externo</a:t>
            </a:r>
            <a:br>
              <a:rPr lang="pt-BR" sz="2400"/>
            </a:br>
            <a:endParaRPr sz="2400"/>
          </a:p>
        </p:txBody>
      </p:sp>
      <p:sp>
        <p:nvSpPr>
          <p:cNvPr id="246" name="Google Shape;246;p24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 txBox="1"/>
          <p:nvPr>
            <p:ph idx="1" type="subTitle"/>
          </p:nvPr>
        </p:nvSpPr>
        <p:spPr>
          <a:xfrm>
            <a:off x="1371600" y="6149325"/>
            <a:ext cx="9657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rPr lang="pt-BR"/>
              <a:t>Fonte:</a:t>
            </a:r>
            <a:r>
              <a:rPr lang="pt-BR"/>
              <a:t>https://www.datasciencecentral.com/profiles/blogs/lambda-architecture-for-big-data-systems</a:t>
            </a:r>
            <a:endParaRPr/>
          </a:p>
        </p:txBody>
      </p:sp>
      <p:sp>
        <p:nvSpPr>
          <p:cNvPr id="252" name="Google Shape;252;p25"/>
          <p:cNvSpPr txBox="1"/>
          <p:nvPr>
            <p:ph type="ctrTitle"/>
          </p:nvPr>
        </p:nvSpPr>
        <p:spPr>
          <a:xfrm>
            <a:off x="1371599" y="1"/>
            <a:ext cx="94815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Arquitetura Lambda</a:t>
            </a:r>
            <a:endParaRPr/>
          </a:p>
        </p:txBody>
      </p:sp>
      <p:sp>
        <p:nvSpPr>
          <p:cNvPr id="253" name="Google Shape;253;p25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IMAGENS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FOTO CENTRALIZADA</a:t>
            </a:r>
            <a:endParaRPr/>
          </a:p>
        </p:txBody>
      </p:sp>
      <p:pic>
        <p:nvPicPr>
          <p:cNvPr id="254" name="Google Shape;25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7988" y="1208401"/>
            <a:ext cx="8848725" cy="453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 txBox="1"/>
          <p:nvPr>
            <p:ph type="ctrTitle"/>
          </p:nvPr>
        </p:nvSpPr>
        <p:spPr>
          <a:xfrm>
            <a:off x="576954" y="520824"/>
            <a:ext cx="109602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Batch Layer</a:t>
            </a:r>
            <a:br>
              <a:rPr lang="pt-BR"/>
            </a:br>
            <a:endParaRPr/>
          </a:p>
        </p:txBody>
      </p:sp>
      <p:sp>
        <p:nvSpPr>
          <p:cNvPr id="260" name="Google Shape;260;p26"/>
          <p:cNvSpPr txBox="1"/>
          <p:nvPr>
            <p:ph idx="1" type="subTitle"/>
          </p:nvPr>
        </p:nvSpPr>
        <p:spPr>
          <a:xfrm>
            <a:off x="576949" y="1447800"/>
            <a:ext cx="8715300" cy="45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r>
              <a:rPr lang="pt-BR" sz="2400"/>
              <a:t>Camada na qual os dados raw, são armazenados. </a:t>
            </a:r>
            <a:br>
              <a:rPr lang="pt-BR" sz="2400"/>
            </a:br>
            <a:br>
              <a:rPr lang="pt-BR" sz="2400"/>
            </a:br>
            <a:r>
              <a:rPr lang="pt-BR" sz="2400"/>
              <a:t>Esses dados podem ser processados posteriormente para gerar novas informações ou filtrar as existentes.</a:t>
            </a:r>
            <a:br>
              <a:rPr lang="pt-BR" sz="2400"/>
            </a:br>
            <a:br>
              <a:rPr lang="pt-BR" sz="2400"/>
            </a:br>
            <a:r>
              <a:rPr lang="pt-BR" sz="2400"/>
              <a:t>Processamento com alta latência, devido ao grande volume de dados.</a:t>
            </a:r>
            <a:br>
              <a:rPr lang="pt-BR" sz="2400"/>
            </a:br>
            <a:br>
              <a:rPr lang="pt-BR" sz="2400"/>
            </a:br>
            <a:endParaRPr sz="2400"/>
          </a:p>
        </p:txBody>
      </p:sp>
      <p:sp>
        <p:nvSpPr>
          <p:cNvPr id="261" name="Google Shape;261;p26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7"/>
          <p:cNvSpPr txBox="1"/>
          <p:nvPr>
            <p:ph type="ctrTitle"/>
          </p:nvPr>
        </p:nvSpPr>
        <p:spPr>
          <a:xfrm>
            <a:off x="576954" y="520824"/>
            <a:ext cx="109602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Speed Layer</a:t>
            </a:r>
            <a:br>
              <a:rPr lang="pt-BR"/>
            </a:br>
            <a:endParaRPr/>
          </a:p>
        </p:txBody>
      </p:sp>
      <p:sp>
        <p:nvSpPr>
          <p:cNvPr id="267" name="Google Shape;267;p27"/>
          <p:cNvSpPr txBox="1"/>
          <p:nvPr>
            <p:ph idx="1" type="subTitle"/>
          </p:nvPr>
        </p:nvSpPr>
        <p:spPr>
          <a:xfrm>
            <a:off x="576949" y="1447800"/>
            <a:ext cx="8715300" cy="45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r>
              <a:rPr lang="pt-BR" sz="2400"/>
              <a:t>Dados recebidos são processados em tempo real ou próximo ao tempo real.</a:t>
            </a:r>
            <a:br>
              <a:rPr lang="pt-BR" sz="2400"/>
            </a:br>
            <a:br>
              <a:rPr lang="pt-BR" sz="2400"/>
            </a:br>
            <a:r>
              <a:rPr lang="pt-BR" sz="2400"/>
              <a:t>Idealmente, apenas novas informações ou pequenos blocos de novas informações deveriam ser utilizadas nessa camada.</a:t>
            </a:r>
            <a:br>
              <a:rPr lang="pt-BR" sz="2400"/>
            </a:br>
            <a:br>
              <a:rPr lang="pt-BR" sz="2400"/>
            </a:br>
            <a:endParaRPr sz="2400"/>
          </a:p>
        </p:txBody>
      </p:sp>
      <p:sp>
        <p:nvSpPr>
          <p:cNvPr id="268" name="Google Shape;268;p27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 txBox="1"/>
          <p:nvPr>
            <p:ph type="ctrTitle"/>
          </p:nvPr>
        </p:nvSpPr>
        <p:spPr>
          <a:xfrm>
            <a:off x="576954" y="520824"/>
            <a:ext cx="109602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Serving Layer</a:t>
            </a:r>
            <a:br>
              <a:rPr lang="pt-BR"/>
            </a:br>
            <a:endParaRPr/>
          </a:p>
        </p:txBody>
      </p:sp>
      <p:sp>
        <p:nvSpPr>
          <p:cNvPr id="274" name="Google Shape;274;p28"/>
          <p:cNvSpPr txBox="1"/>
          <p:nvPr>
            <p:ph idx="1" type="subTitle"/>
          </p:nvPr>
        </p:nvSpPr>
        <p:spPr>
          <a:xfrm>
            <a:off x="576949" y="1447800"/>
            <a:ext cx="8715300" cy="45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r>
              <a:rPr lang="pt-BR" sz="2400"/>
              <a:t>Camada responsável por indexar os dados processados na parte batch e na parte online.</a:t>
            </a:r>
            <a:br>
              <a:rPr lang="pt-BR" sz="2400"/>
            </a:br>
            <a:br>
              <a:rPr lang="pt-BR" sz="2400"/>
            </a:br>
            <a:r>
              <a:rPr lang="pt-BR" sz="2400"/>
              <a:t>Permite que queries ad-hoc sejam feitas.</a:t>
            </a:r>
            <a:br>
              <a:rPr lang="pt-BR" sz="2400"/>
            </a:br>
            <a:endParaRPr sz="2400"/>
          </a:p>
        </p:txBody>
      </p:sp>
      <p:sp>
        <p:nvSpPr>
          <p:cNvPr id="275" name="Google Shape;275;p28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"/>
          <p:cNvSpPr txBox="1"/>
          <p:nvPr>
            <p:ph idx="1" type="subTitle"/>
          </p:nvPr>
        </p:nvSpPr>
        <p:spPr>
          <a:xfrm>
            <a:off x="1371601" y="6149320"/>
            <a:ext cx="94815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rPr lang="pt-BR"/>
              <a:t>Fonte: Fundação Apache</a:t>
            </a:r>
            <a:endParaRPr/>
          </a:p>
        </p:txBody>
      </p:sp>
      <p:sp>
        <p:nvSpPr>
          <p:cNvPr id="281" name="Google Shape;281;p29"/>
          <p:cNvSpPr txBox="1"/>
          <p:nvPr>
            <p:ph type="ctrTitle"/>
          </p:nvPr>
        </p:nvSpPr>
        <p:spPr>
          <a:xfrm>
            <a:off x="1371599" y="1"/>
            <a:ext cx="94815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Exemplo de Arquitetura Lambda</a:t>
            </a:r>
            <a:endParaRPr/>
          </a:p>
        </p:txBody>
      </p:sp>
      <p:sp>
        <p:nvSpPr>
          <p:cNvPr id="282" name="Google Shape;282;p29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IMAGENS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FOTO CENTRALIZADA</a:t>
            </a:r>
            <a:endParaRPr/>
          </a:p>
        </p:txBody>
      </p:sp>
      <p:pic>
        <p:nvPicPr>
          <p:cNvPr id="283" name="Google Shape;28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387" y="1382000"/>
            <a:ext cx="5297834" cy="4423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0"/>
          <p:cNvSpPr txBox="1"/>
          <p:nvPr>
            <p:ph idx="1" type="subTitle"/>
          </p:nvPr>
        </p:nvSpPr>
        <p:spPr>
          <a:xfrm>
            <a:off x="1371601" y="6149320"/>
            <a:ext cx="9481456" cy="512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rPr lang="pt-BR"/>
              <a:t>Fonte: </a:t>
            </a:r>
            <a:r>
              <a:rPr lang="pt-BR"/>
              <a:t>https://medium.com/@imrenagi/serverless-lambda-architecture-with-google-cloud-platform-35cb3123206b</a:t>
            </a:r>
            <a:endParaRPr/>
          </a:p>
        </p:txBody>
      </p:sp>
      <p:sp>
        <p:nvSpPr>
          <p:cNvPr id="289" name="Google Shape;289;p30"/>
          <p:cNvSpPr txBox="1"/>
          <p:nvPr>
            <p:ph type="ctrTitle"/>
          </p:nvPr>
        </p:nvSpPr>
        <p:spPr>
          <a:xfrm>
            <a:off x="1371599" y="1"/>
            <a:ext cx="9481457" cy="1208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Exemplo de Arquitetura Lambda</a:t>
            </a:r>
            <a:endParaRPr/>
          </a:p>
        </p:txBody>
      </p:sp>
      <p:sp>
        <p:nvSpPr>
          <p:cNvPr id="290" name="Google Shape;290;p30"/>
          <p:cNvSpPr/>
          <p:nvPr/>
        </p:nvSpPr>
        <p:spPr>
          <a:xfrm>
            <a:off x="14889194" y="1652109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IMAGENS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FOTO CENTRALIZADA</a:t>
            </a:r>
            <a:endParaRPr/>
          </a:p>
        </p:txBody>
      </p:sp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4038" y="1169290"/>
            <a:ext cx="7763915" cy="4636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1"/>
          <p:cNvSpPr txBox="1"/>
          <p:nvPr>
            <p:ph type="ctrTitle"/>
          </p:nvPr>
        </p:nvSpPr>
        <p:spPr>
          <a:xfrm>
            <a:off x="544274" y="2235200"/>
            <a:ext cx="64071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4500"/>
              <a:buFont typeface="Calibri"/>
              <a:buNone/>
            </a:pPr>
            <a:r>
              <a:rPr lang="pt-BR"/>
              <a:t>Recomendação de Leitura Documentação da Google Cloud Platform</a:t>
            </a:r>
            <a:endParaRPr b="1"/>
          </a:p>
        </p:txBody>
      </p:sp>
      <p:sp>
        <p:nvSpPr>
          <p:cNvPr id="297" name="Google Shape;297;p31"/>
          <p:cNvSpPr/>
          <p:nvPr/>
        </p:nvSpPr>
        <p:spPr>
          <a:xfrm>
            <a:off x="14889194" y="1652109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PERGUNTAS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2"/>
          <p:cNvSpPr txBox="1"/>
          <p:nvPr>
            <p:ph type="ctrTitle"/>
          </p:nvPr>
        </p:nvSpPr>
        <p:spPr>
          <a:xfrm>
            <a:off x="572583" y="1861471"/>
            <a:ext cx="5926200" cy="21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3200"/>
              <a:buFont typeface="Calibri"/>
              <a:buNone/>
            </a:pPr>
            <a:r>
              <a:rPr lang="pt-BR"/>
              <a:t>Dúvidas?</a:t>
            </a:r>
            <a:endParaRPr/>
          </a:p>
        </p:txBody>
      </p:sp>
      <p:sp>
        <p:nvSpPr>
          <p:cNvPr id="303" name="Google Shape;303;p32"/>
          <p:cNvSpPr txBox="1"/>
          <p:nvPr>
            <p:ph idx="1" type="subTitle"/>
          </p:nvPr>
        </p:nvSpPr>
        <p:spPr>
          <a:xfrm>
            <a:off x="561698" y="4231651"/>
            <a:ext cx="58827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04" name="Google Shape;304;p32"/>
          <p:cNvSpPr/>
          <p:nvPr/>
        </p:nvSpPr>
        <p:spPr>
          <a:xfrm>
            <a:off x="14889194" y="473533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CITAÇÕES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3"/>
          <p:cNvSpPr/>
          <p:nvPr/>
        </p:nvSpPr>
        <p:spPr>
          <a:xfrm>
            <a:off x="14889194" y="473533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DE ENCERRAMENTO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 IMAGENS E QUADR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4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LIDE TEXTO CORRID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3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Texto corrido 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CAPA ENCERRAMENT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